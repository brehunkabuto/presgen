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(VS Code)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Powerful and Versatile Code Editor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