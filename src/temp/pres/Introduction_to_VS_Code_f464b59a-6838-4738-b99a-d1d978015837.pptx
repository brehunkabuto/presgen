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2.xml" ContentType="application/vnd.openxmlformats-officedocument.presentationml.slideMaster+xml"/>
  <Override PartName="/ppt/theme/theme4.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20-created" id="2147483660"/>
  </p:sldMasterIdLst>
  <p:sldIdLst>
    <p:sldId r:id="rId8-created" id="256"/>
  </p:sldIdLst>
  <p:notesMasterIdLst>
    <p:notesMasterId r:id="rId2"/>
  </p:notesMasterIdLst>
  <p:handoutMasterIdLst>
    <p:handoutMasterId r:id="rId3"/>
  </p:handoutMaster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8-created" Type="http://schemas.openxmlformats.org/officeDocument/2006/relationships/slide" Target="slides/slide1.xml"/><Relationship Id="rId9-created" Type="http://schemas.openxmlformats.org/officeDocument/2006/relationships/slideLayout" Target="slideLayouts/slideLayout12.xml"/><Relationship Id="rId10-created" Type="http://schemas.openxmlformats.org/officeDocument/2006/relationships/slideLayout" Target="slideLayouts/slideLayout13.xml"/><Relationship Id="rId11-created" Type="http://schemas.openxmlformats.org/officeDocument/2006/relationships/slideLayout" Target="slideLayouts/slideLayout14.xml"/><Relationship Id="rId12-created" Type="http://schemas.openxmlformats.org/officeDocument/2006/relationships/slideLayout" Target="slideLayouts/slideLayout15.xml"/><Relationship Id="rId13-created" Type="http://schemas.openxmlformats.org/officeDocument/2006/relationships/slideLayout" Target="slideLayouts/slideLayout16.xml"/><Relationship Id="rId14-created" Type="http://schemas.openxmlformats.org/officeDocument/2006/relationships/slideLayout" Target="slideLayouts/slideLayout17.xml"/><Relationship Id="rId15-created" Type="http://schemas.openxmlformats.org/officeDocument/2006/relationships/slideLayout" Target="slideLayouts/slideLayout18.xml"/><Relationship Id="rId16-created" Type="http://schemas.openxmlformats.org/officeDocument/2006/relationships/slideLayout" Target="slideLayouts/slideLayout19.xml"/><Relationship Id="rId17-created" Type="http://schemas.openxmlformats.org/officeDocument/2006/relationships/slideLayout" Target="slideLayouts/slideLayout20.xml"/><Relationship Id="rId18-created" Type="http://schemas.openxmlformats.org/officeDocument/2006/relationships/slideLayout" Target="slideLayouts/slideLayout21.xml"/><Relationship Id="rId19-created" Type="http://schemas.openxmlformats.org/officeDocument/2006/relationships/slideLayout" Target="slideLayouts/slideLayout22.xml"/><Relationship Id="rId20-created" Type="http://schemas.openxmlformats.org/officeDocument/2006/relationships/slideMaster" Target="slideMasters/slideMaster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CBE736-693E-7EBE-91B2-0D1D719A2A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a:extLst>
              <a:ext uri="{FF2B5EF4-FFF2-40B4-BE49-F238E27FC236}">
                <a16:creationId xmlns:a16="http://schemas.microsoft.com/office/drawing/2014/main" id="{179FEA19-B1D4-FFE6-0CC3-672AB4D6A7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C47AEF-A8FE-4931-853A-9B7D5A1C1162}" type="datetimeFigureOut">
              <a:rPr lang="uk-UA" smtClean="0"/>
              <a:t>18.04.2026</a:t>
            </a:fld>
            <a:endParaRPr lang="uk-UA"/>
          </a:p>
        </p:txBody>
      </p:sp>
      <p:sp>
        <p:nvSpPr>
          <p:cNvPr id="4" name="Footer Placeholder 3">
            <a:extLst>
              <a:ext uri="{FF2B5EF4-FFF2-40B4-BE49-F238E27FC236}">
                <a16:creationId xmlns:a16="http://schemas.microsoft.com/office/drawing/2014/main" id="{C57D5E68-1B8D-2F79-0697-8C87C58B53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5" name="Slide Number Placeholder 4">
            <a:extLst>
              <a:ext uri="{FF2B5EF4-FFF2-40B4-BE49-F238E27FC236}">
                <a16:creationId xmlns:a16="http://schemas.microsoft.com/office/drawing/2014/main" id="{9E662FA3-90F0-2110-2A0F-DD9D383E3D3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AC6CBB-2EE4-4C58-A034-4D462B5B83CE}" type="slidenum">
              <a:rPr lang="uk-UA" smtClean="0"/>
              <a:t>‹#›</a:t>
            </a:fld>
            <a:endParaRPr lang="uk-UA"/>
          </a:p>
        </p:txBody>
      </p:sp>
    </p:spTree>
    <p:extLst>
      <p:ext uri="{BB962C8B-B14F-4D97-AF65-F5344CB8AC3E}">
        <p14:creationId xmlns:p14="http://schemas.microsoft.com/office/powerpoint/2010/main" val="12743605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FDED11-9964-46C4-8839-E7AC280A3706}" type="datetimeFigureOut">
              <a:rPr lang="uk-UA" smtClean="0"/>
              <a:t>18.04.2026</a:t>
            </a:fld>
            <a:endParaRPr lang="uk-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102507-5050-4A08-8B71-23A05C3BD8AA}" type="slidenum">
              <a:rPr lang="uk-UA" smtClean="0"/>
              <a:t>‹#›</a:t>
            </a:fld>
            <a:endParaRPr lang="uk-UA"/>
          </a:p>
        </p:txBody>
      </p:sp>
    </p:spTree>
    <p:extLst>
      <p:ext uri="{BB962C8B-B14F-4D97-AF65-F5344CB8AC3E}">
        <p14:creationId xmlns:p14="http://schemas.microsoft.com/office/powerpoint/2010/main" val="3132330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571FC-500D-3727-DC40-C8E14840C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40263D18-7F85-7A59-8D7E-D15E3F6A4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CCE43B5D-5FFB-3B4B-6110-AA54BDCEC58A}"/>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90E18B27-FBD2-FACA-310D-253527AC4F5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37C5B6DF-82A7-6E58-BA33-A237B292F34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456394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CA37-18F8-E3C9-6B63-BC2C62369B99}"/>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88A72B14-6487-69F0-68AA-A583B93A68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15BB8BC6-1AEF-0C8A-4642-3093FC2E522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FC8094CA-1122-CD72-3073-0B4AD3E7C6D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5A3D4E23-6ECF-5B0C-A985-993C801F378E}"/>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833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B54C-3876-C029-1559-56F3B14328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46452B3-138D-C0D7-E26E-0C0149FA04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1F789-1184-A1B1-7350-F6EFD0C8AE35}"/>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D76AA8BB-90C2-9146-E8A3-8483DD877A4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221511C3-FD98-8AC1-0CC6-772260937E58}"/>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322052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A7C8-F2A9-17DE-09C0-EEE19160BDEF}"/>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52F1EB62-8605-096E-1B17-BB13010918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E86E3964-AD07-DF4C-9C8A-256F3DB1FD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F7EEFB36-D26E-E28D-E622-2156E57F526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56971017-07C3-5F1C-F7D1-3C7317A5BBF9}"/>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843515DF-0077-127B-3F29-9348B87A209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68405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962F-2596-F867-BB55-F5AC5BA45125}"/>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18840C1F-6CE1-CC2F-01E5-5CB0BC3C2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9C89A9-7BF8-0493-D73A-0C8CFF4B4D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A8B97B7A-37E3-C61D-F4EF-421B3D828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C199F7-A420-D8F9-BACA-0B81FBE52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6FB8962-CA21-AE03-F4A5-4273E4D3F75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8" name="Footer Placeholder 7">
            <a:extLst>
              <a:ext uri="{FF2B5EF4-FFF2-40B4-BE49-F238E27FC236}">
                <a16:creationId xmlns:a16="http://schemas.microsoft.com/office/drawing/2014/main" id="{3F44DEC1-B899-7A55-46B4-2860C913FC18}"/>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0F063D96-19A7-3494-0960-113681CB832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06287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B20F-89DD-55B6-252F-3229F183D1EA}"/>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516F89BE-3993-F817-4265-9424A606B7C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4" name="Footer Placeholder 3">
            <a:extLst>
              <a:ext uri="{FF2B5EF4-FFF2-40B4-BE49-F238E27FC236}">
                <a16:creationId xmlns:a16="http://schemas.microsoft.com/office/drawing/2014/main" id="{21A1445B-A9D8-2739-7D84-8978810AAB8B}"/>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5DB93BB1-7EB4-02C6-3D08-1CA9C88C87AA}"/>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45789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D230C-FC73-A095-DBC0-2FE742FE9763}"/>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3" name="Footer Placeholder 2">
            <a:extLst>
              <a:ext uri="{FF2B5EF4-FFF2-40B4-BE49-F238E27FC236}">
                <a16:creationId xmlns:a16="http://schemas.microsoft.com/office/drawing/2014/main" id="{D265558F-4F0D-498A-142B-BDCF32500ADE}"/>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207285EB-700F-A0E9-B682-C9E4875C795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99657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96BCF-59F4-BEF8-1F69-EB01D7901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6BFE3C20-76A8-CD0B-0114-4EA924B4F8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F94E1F1F-3BBE-8D1A-D0F9-BBB5DC1BD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0BC5D-DBF1-0E7A-D46B-720413D96DB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E0D47EDC-CA3C-C6EB-4BB4-94C5BC24350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9CB3A701-FA03-46F0-2FC5-636DAE92A624}"/>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25870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433F3-3A6B-B3CE-9905-E878CDFBD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3612381E-3692-C094-C15E-860D19781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B4746577-1B12-ECDC-54C0-D50F60862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6671F-CCB0-23AD-F76C-9F34CAD65E51}"/>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896C63D3-FF1B-B0E8-2AA0-E5615DAC079D}"/>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5BCFA1E6-FD50-2223-6FEC-34C70E43046D}"/>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20143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8E99-D191-AE63-9805-5BE71E68D70B}"/>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ED0E8452-4034-C696-AE61-ECDE88953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D398D57-DC5A-6FDA-3790-0A4B2B6283B8}"/>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6EAC1C53-80A4-E70F-7016-06A0583A231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A8B0827-F5E2-078E-B99F-0346D816451B}"/>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74130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AED5C-CADC-46B7-9A61-027EF0A100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B316D3F-7ECE-7046-6BC4-AED3F79444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C544B9E5-B2E9-114B-F11D-5CB6E1426CC2}"/>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AF023462-206A-BFA8-60C4-15007DA7C91C}"/>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ECF3D0C-09E4-6B73-3C1A-8AAFB664C94F}"/>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492705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368E6-C4AE-1427-D8A7-613682C18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7A0DC836-903F-5F00-7FB2-C9AC460A6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383D102B-C601-6DF7-486C-12A987BDBB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597EC0-0901-F5A3-5976-6ACE08D5B7A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B5481062-3ACC-8E51-3329-267BDA61CA5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B55E15E1-347F-9EEB-9AAD-3504FEBE40D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828686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0E5F8-CED1-0CE0-7189-2F531CBEC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22C7B5A-0C35-5B42-3D4E-BEA858C313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854966-D3D7-3A85-E63C-121DBD9ABE6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06A7DA06-6281-99B8-50CD-3D554F6226B6}"/>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93713625-BE70-B494-1CD5-9970FCC00BC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3256075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CAC60-27E2-171B-2D44-53BBF8FDED8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3" name="Footer Placeholder 2">
            <a:extLst>
              <a:ext uri="{FF2B5EF4-FFF2-40B4-BE49-F238E27FC236}">
                <a16:creationId xmlns:a16="http://schemas.microsoft.com/office/drawing/2014/main" id="{77CC4A10-E5F4-C97C-CD8E-38B48ED4167D}"/>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AE61DCCC-E985-5FAE-0C7C-93F0B162625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145534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B9C6-D0E6-7CFE-1137-49CA0D450494}"/>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1482040F-D193-5060-BB28-33704FDBD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03D18A58-486A-8286-0B99-AE39327AAE4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26911C49-3C46-E067-7973-F72513F30E25}"/>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18D2A0BA-1701-9FFA-86C8-7F37C2FC86D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07944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7B37-640E-8A03-D1F2-0C38AC760E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18C38D58-4AFF-C204-8A3C-9AB0E741AB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A404CF9A-5B29-53E2-E604-C35BA889C0CC}"/>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473F63B3-D6A0-E11A-0453-1DC1AF100FA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CC50B1A5-31C0-936F-CD90-6980EE8284A5}"/>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264973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C14F-923F-3374-C51B-E4E543F7090C}"/>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C845B622-104B-309C-E667-CADCDE7F1978}"/>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4" name="Footer Placeholder 3">
            <a:extLst>
              <a:ext uri="{FF2B5EF4-FFF2-40B4-BE49-F238E27FC236}">
                <a16:creationId xmlns:a16="http://schemas.microsoft.com/office/drawing/2014/main" id="{2C6188B6-D9FA-E9CC-FC9A-3292CB9B1EAA}"/>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C327B92F-F163-814E-03EC-00A01EF497FE}"/>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894998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709ABE-0C3F-0B7C-BB86-23FD6FDBC2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A1C491DC-99DB-913D-F944-B1480ED85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9C4670BC-C638-E0BF-6465-43C8A2319EE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38019DA5-DDEE-0169-B44A-A4104ED415B9}"/>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FFA424D4-CA04-5272-2A59-DB468E891389}"/>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32836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B827-5D83-ED08-4353-9FB05B779DEE}"/>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EFEF1E0E-A5DA-1CFD-DD00-F7E53D5A82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FF8C52-26EB-CD5D-0BB0-C72B9447D1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09039CF0-08C5-2E5A-0632-A6F2BCBF7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9DBC0-9142-0B66-6E89-6C44637480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B414D97-F4B3-91F0-1CE5-57F0F70C5F3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8" name="Footer Placeholder 7">
            <a:extLst>
              <a:ext uri="{FF2B5EF4-FFF2-40B4-BE49-F238E27FC236}">
                <a16:creationId xmlns:a16="http://schemas.microsoft.com/office/drawing/2014/main" id="{12C540D2-89EA-988C-F999-2CF945DD32FB}"/>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5CD83E9F-5F15-0A02-D23C-2C7CB8AAB2F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1549266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5D0CC-1766-4286-761F-2FB6611E1639}"/>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A8C27FF-526C-5AA1-0C1C-400D043377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A2073FDD-A084-46FE-6402-DA879ECE739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1D0C029E-101E-D3BF-B01C-B2829BDF6FCA}"/>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A1512AAF-B3C9-735F-42D8-B53B9626D8BC}"/>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018545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B0E-8404-EA28-76B6-A82528304FEC}"/>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BED12CF6-AE07-D9D6-2A1C-BC99287BD6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912A16C1-2074-7432-A8AF-4E431D946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8E55FAA9-6498-6009-8D9B-74C011178940}"/>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720B5A0E-C33E-E4E9-A98A-0954A3E08847}"/>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04A53F45-4770-B966-FFE8-E746A2EAA76B}"/>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784143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E772-9B5A-A0B8-273C-B05F29BA4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508002DF-3EC1-D32E-A4E8-D60D8E54FA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1FD58F46-DF55-58B8-14E9-3FBAF6548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66399F-8786-A604-A1E2-E3851167B65E}"/>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E7971044-1B9F-A07B-8EA2-5FF586C62C1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30FFEA4F-9B10-051C-49FA-4C34A22EFB94}"/>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736105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13.xml"/><Relationship Id="rId7" Type="http://schemas.openxmlformats.org/officeDocument/2006/relationships/slideLayout" Target="../slideLayouts/slideLayout14.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6.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02483-3C12-53F0-946E-D13DDECD7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BB23A1C9-9327-9878-F0C5-92AD6CBD6A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6A5D213-1F0C-7710-D720-91F214683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3FBB6DFF-831F-8CDF-CD21-2A6226C065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46DFFEBC-E307-DF1E-2F5D-C30C58D20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84B601-9E65-44F8-B197-C481F5E900E2}" type="slidenum">
              <a:rPr lang="uk-UA" smtClean="0"/>
              <a:t>‹#›</a:t>
            </a:fld>
            <a:endParaRPr lang="uk-UA"/>
          </a:p>
        </p:txBody>
      </p:sp>
    </p:spTree>
    <p:extLst>
      <p:ext uri="{BB962C8B-B14F-4D97-AF65-F5344CB8AC3E}">
        <p14:creationId xmlns:p14="http://schemas.microsoft.com/office/powerpoint/2010/main" val="231238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ED4C0-8A7F-B0F5-5836-F1F72223C3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C2D790B7-F11B-7ADB-809F-3F9F3D1E1F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B06964F4-3058-684B-9AED-99206EB042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859925F4-B76F-66D0-2550-B917B466B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A759CBAD-39F0-644A-7EF4-4461ADEBA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AEA703-7FB9-4E19-A1E1-545F9340CD1F}" type="slidenum">
              <a:rPr lang="uk-UA" smtClean="0"/>
              <a:t>‹#›</a:t>
            </a:fld>
            <a:endParaRPr lang="uk-UA"/>
          </a:p>
        </p:txBody>
      </p:sp>
    </p:spTree>
    <p:extLst>
      <p:ext uri="{BB962C8B-B14F-4D97-AF65-F5344CB8AC3E}">
        <p14:creationId xmlns:p14="http://schemas.microsoft.com/office/powerpoint/2010/main" val="558122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13D3080-3223-C810-60A5-9A64E8FA58D8}"/>
              </a:ext>
            </a:extLst>
          </p:cNvPr>
          <p:cNvSpPr>
            <a:spLocks noGrp="1"/>
          </p:cNvSpPr>
          <p:nvPr>
            <p:ph type="title"/>
          </p:nvPr>
        </p:nvSpPr>
        <p:spPr/>
        <p:txBody>
          <a:bodyPr/>
          <a:lstStyle/>
          <a:p>
            <a:r>
              <a:rPr lang="en-US" dirty="0"/>
              <a:t>Introduction to VS Code</a:t>
            </a:r>
            <a:endParaRPr lang="uk-UA" dirty="0"/>
          </a:p>
        </p:txBody>
      </p:sp>
      <p:sp>
        <p:nvSpPr>
          <p:cNvPr id="6" name="Content Placeholder">
            <a:extLst>
              <a:ext uri="{FF2B5EF4-FFF2-40B4-BE49-F238E27FC236}">
                <a16:creationId xmlns:a16="http://schemas.microsoft.com/office/drawing/2014/main" id="{C0601909-805D-3C4D-31B6-C0D6516663B0}"/>
              </a:ext>
            </a:extLst>
          </p:cNvPr>
          <p:cNvSpPr>
            <a:spLocks noGrp="1"/>
          </p:cNvSpPr>
          <p:nvPr>
            <p:ph idx="1"/>
          </p:nvPr>
        </p:nvSpPr>
        <p:spPr/>
        <p:txBody>
          <a:bodyPr/>
          <a:lstStyle/>
          <a:p>
            <a:pPr marL="0" indent="0">
              <a:buNone/>
            </a:pPr>
            <a:r>
              <a:rPr lang="en-US" dirty="0"/>
              <a:t>Visual Studio Code (VS Code) is a free code editor developed by Microsoft that supports debugging, syntax highlighting, intelligent code completion, snippets, code refactoring, and embedded Git. It is popular among developers for its lightweight nature, extensive extensions marketplace, and cross-platform compatibility.</a:t>
            </a:r>
            <a:endParaRPr lang="uk-UA" dirty="0"/>
          </a:p>
        </p:txBody>
      </p:sp>
    </p:spTree>
    <p:extLst>
      <p:ext uri="{BB962C8B-B14F-4D97-AF65-F5344CB8AC3E}">
        <p14:creationId xmlns:p14="http://schemas.microsoft.com/office/powerpoint/2010/main" val="3913606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e" id="{C0E7AF71-324F-4C9F-B640-2B7558F05CAB}" vid="{8C557392-FD2E-49FD-8A0C-3176FDCD06A6}"/>
    </a:ext>
  </a:extLst>
</a:theme>
</file>

<file path=docProps/app.xml><?xml version="1.0" encoding="utf-8"?>
<Properties xmlns="http://schemas.openxmlformats.org/officeDocument/2006/extended-properties" xmlns:vt="http://schemas.openxmlformats.org/officeDocument/2006/docPropsVTypes">
  <TotalTime>55</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Volodimir Matviiv</dc:creator>
  <cp:lastModifiedBy>Volodimir Matviiv</cp:lastModifiedBy>
  <cp:revision>6</cp:revision>
  <dcterms:created xsi:type="dcterms:W3CDTF">2026-04-13T14:06:12Z</dcterms:created>
  <dcterms:modified xsi:type="dcterms:W3CDTF">2026-04-18T18:16:04Z</dcterms:modified>
</cp:coreProperties>
</file>