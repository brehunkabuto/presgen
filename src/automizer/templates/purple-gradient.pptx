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66CC"/>
    <a:srgbClr val="651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uk-U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uk-U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51173"/>
            </a:gs>
            <a:gs pos="74000">
              <a:srgbClr val="FF66CC"/>
            </a:gs>
            <a:gs pos="89000">
              <a:srgbClr val="FF66CC"/>
            </a:gs>
            <a:gs pos="100000">
              <a:srgbClr val="FFCCCC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title</a:t>
            </a:r>
            <a:endParaRPr lang="uk-UA" b="1" dirty="0">
              <a:latin typeface="Arial Black" panose="020B0A04020102020204" pitchFamily="34" charset="0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subtitle</a:t>
            </a:r>
            <a:endParaRPr lang="uk-UA" b="1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title</a:t>
            </a:r>
            <a:endParaRPr lang="uk-UA" dirty="0">
              <a:latin typeface="Arial Black" panose="020B0A04020102020204" pitchFamily="34" charset="0"/>
            </a:endParaRP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text</a:t>
            </a:r>
            <a:endParaRPr lang="uk-UA" b="1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title</a:t>
            </a:r>
            <a:endParaRPr lang="uk-UA" dirty="0">
              <a:latin typeface="Arial Black" panose="020B0A04020102020204" pitchFamily="34" charset="0"/>
            </a:endParaRP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content</a:t>
            </a:r>
            <a:endParaRPr lang="uk-UA" b="1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title</a:t>
            </a:r>
            <a:endParaRPr lang="uk-UA" dirty="0">
              <a:latin typeface="Arial Black" panose="020B0A04020102020204" pitchFamily="34" charset="0"/>
            </a:endParaRPr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content</a:t>
            </a:r>
            <a:endParaRPr lang="uk-UA" b="1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caption</a:t>
            </a:r>
            <a:endParaRPr lang="uk-UA" b="1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D45C272A-CC93-C5BE-9BBF-37352457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title</a:t>
            </a:r>
            <a:endParaRPr lang="uk-UA" dirty="0">
              <a:latin typeface="Arial Black" panose="020B0A04020102020204" pitchFamily="34" charset="0"/>
            </a:endParaRPr>
          </a:p>
        </p:txBody>
      </p:sp>
      <p:sp>
        <p:nvSpPr>
          <p:cNvPr id="6" name="First Content Placeholder">
            <a:extLst>
              <a:ext uri="{FF2B5EF4-FFF2-40B4-BE49-F238E27FC236}">
                <a16:creationId xmlns:a16="http://schemas.microsoft.com/office/drawing/2014/main" id="{DBAE00DE-7A2D-B526-BA1C-0C8EC70FF0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First content</a:t>
            </a:r>
            <a:endParaRPr lang="uk-UA" b="1" dirty="0"/>
          </a:p>
        </p:txBody>
      </p:sp>
      <p:sp>
        <p:nvSpPr>
          <p:cNvPr id="7" name="Second Content Placeholder">
            <a:extLst>
              <a:ext uri="{FF2B5EF4-FFF2-40B4-BE49-F238E27FC236}">
                <a16:creationId xmlns:a16="http://schemas.microsoft.com/office/drawing/2014/main" id="{80F35437-74AE-4917-79EE-95AAD390B0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Second content</a:t>
            </a:r>
            <a:endParaRPr lang="uk-UA" b="1" dirty="0"/>
          </a:p>
        </p:txBody>
      </p:sp>
    </p:spTree>
    <p:extLst>
      <p:ext uri="{BB962C8B-B14F-4D97-AF65-F5344CB8AC3E}">
        <p14:creationId xmlns:p14="http://schemas.microsoft.com/office/powerpoint/2010/main" val="3069974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613F0466-E58A-33FB-86FB-B27EFDED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title</a:t>
            </a:r>
            <a:endParaRPr lang="uk-UA" dirty="0">
              <a:latin typeface="Arial Black" panose="020B0A04020102020204" pitchFamily="34" charset="0"/>
            </a:endParaRPr>
          </a:p>
        </p:txBody>
      </p:sp>
      <p:sp>
        <p:nvSpPr>
          <p:cNvPr id="6" name="First Text Placeholder">
            <a:extLst>
              <a:ext uri="{FF2B5EF4-FFF2-40B4-BE49-F238E27FC236}">
                <a16:creationId xmlns:a16="http://schemas.microsoft.com/office/drawing/2014/main" id="{8D67F4F1-53FF-7554-922A-9060CD073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First collum title</a:t>
            </a:r>
            <a:endParaRPr lang="uk-UA" dirty="0">
              <a:latin typeface="Arial Black" panose="020B0A04020102020204" pitchFamily="34" charset="0"/>
            </a:endParaRPr>
          </a:p>
        </p:txBody>
      </p:sp>
      <p:sp>
        <p:nvSpPr>
          <p:cNvPr id="7" name="First Content Placeholder">
            <a:extLst>
              <a:ext uri="{FF2B5EF4-FFF2-40B4-BE49-F238E27FC236}">
                <a16:creationId xmlns:a16="http://schemas.microsoft.com/office/drawing/2014/main" id="{0EFCD536-BD8D-1FF9-8D51-E6B5DDF43E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First collum content</a:t>
            </a:r>
            <a:endParaRPr lang="uk-UA" b="1" dirty="0"/>
          </a:p>
        </p:txBody>
      </p:sp>
      <p:sp>
        <p:nvSpPr>
          <p:cNvPr id="8" name="Second Text Placeholder">
            <a:extLst>
              <a:ext uri="{FF2B5EF4-FFF2-40B4-BE49-F238E27FC236}">
                <a16:creationId xmlns:a16="http://schemas.microsoft.com/office/drawing/2014/main" id="{99A6F8AB-7533-3D96-EB83-FDD930BF3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Second collum title</a:t>
            </a:r>
            <a:endParaRPr lang="uk-UA" dirty="0">
              <a:latin typeface="Arial Black" panose="020B0A04020102020204" pitchFamily="34" charset="0"/>
            </a:endParaRPr>
          </a:p>
        </p:txBody>
      </p:sp>
      <p:sp>
        <p:nvSpPr>
          <p:cNvPr id="9" name="Second Content Placeholder">
            <a:extLst>
              <a:ext uri="{FF2B5EF4-FFF2-40B4-BE49-F238E27FC236}">
                <a16:creationId xmlns:a16="http://schemas.microsoft.com/office/drawing/2014/main" id="{8E601447-197C-1D1C-FF55-3E9C18689F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Second Cullum title</a:t>
            </a:r>
            <a:endParaRPr lang="uk-UA" b="1" dirty="0"/>
          </a:p>
        </p:txBody>
      </p:sp>
    </p:spTree>
    <p:extLst>
      <p:ext uri="{BB962C8B-B14F-4D97-AF65-F5344CB8AC3E}">
        <p14:creationId xmlns:p14="http://schemas.microsoft.com/office/powerpoint/2010/main" val="2911659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</TotalTime>
  <Words>27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28</cp:revision>
  <dcterms:created xsi:type="dcterms:W3CDTF">2026-04-17T20:43:37Z</dcterms:created>
  <dcterms:modified xsi:type="dcterms:W3CDTF">2026-06-20T15:25:02Z</dcterms:modified>
</cp:coreProperties>
</file>