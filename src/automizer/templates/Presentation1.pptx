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BE736-693E-7EBE-91B2-0D1D719A2A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FEA19-B1D4-FFE6-0CC3-672AB4D6A7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47AEF-A8FE-4931-853A-9B7D5A1C1162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D5E68-1B8D-2F79-0697-8C87C58B5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62FA3-90F0-2110-2A0F-DD9D383E3D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C6CBB-2EE4-4C58-A034-4D462B5B83C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4360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ED11-9964-46C4-8839-E7AC280A3706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02507-5050-4A08-8B71-23A05C3BD8A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233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71FC-500D-3727-DC40-C8E14840C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63D18-7F85-7A59-8D7E-D15E3F6A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3B5D-5FFB-3B4B-6110-AA54BDCE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8B27-FBD2-FACA-310D-253527AC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B6DF-82A7-6E58-BA33-A237B292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639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A37-18F8-E3C9-6B63-BC2C6236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2B14-6487-69F0-68AA-A583B93A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8BC6-1AEF-0C8A-4642-3093FC2E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094CA-1122-CD72-3073-0B4AD3E7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E23-6ECF-5B0C-A985-993C801F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3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B54C-3876-C029-1559-56F3B143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452B3-138D-C0D7-E26E-0C0149FA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1F789-1184-A1B1-7350-F6EFD0C8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A8BB-90C2-9146-E8A3-8483DD87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11C3-FD98-8AC1-0CC6-7722609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205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A7C8-F2A9-17DE-09C0-EEE19160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EB62-8605-096E-1B17-BB1301091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3964-AD07-DF4C-9C8A-256F3DB1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FB36-D26E-E28D-E622-2156E57F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71017-07C3-5F1C-F7D1-3C7317A5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515DF-0077-127B-3F29-9348B87A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0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962F-2596-F867-BB55-F5AC5BA4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0C1F-6CE1-CC2F-01E5-5CB0BC3C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C89A9-7BF8-0493-D73A-0C8CFF4B4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97B7A-37E3-C61D-F4EF-421B3D828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199F7-A420-D8F9-BACA-0B81FBE5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B8962-CA21-AE03-F4A5-4273E4D3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4DEC1-B899-7A55-46B4-2860C913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63D96-19A7-3494-0960-113681CB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8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B20F-89DD-55B6-252F-3229F183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F89BE-3993-F817-4265-9424A606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1445B-A9D8-2739-7D84-8978810A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93BB1-7EB4-02C6-3D08-1CA9C88C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8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D230C-FC73-A095-DBC0-2FE742F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5558F-4F0D-498A-142B-BDCF325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285EB-700F-A0E9-B682-C9E4875C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57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6BCF-59F4-BEF8-1F69-EB01D790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3C20-76A8-CD0B-0114-4EA924B4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E1F1F-3BBE-8D1A-D0F9-BBB5DC1B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0BC5D-DBF1-0E7A-D46B-720413D9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47EDC-CA3C-C6EB-4BB4-94C5BC24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3A701-FA03-46F0-2FC5-636DAE92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587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33F3-3A6B-B3CE-9905-E878CDFB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2381E-3692-C094-C15E-860D19781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6577-1B12-ECDC-54C0-D50F60862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6671F-CCB0-23AD-F76C-9F34CAD6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63D3-FF1B-B0E8-2AA0-E5615DAC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FA1E6-FD50-2223-6FEC-34C70E43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3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E99-D191-AE63-9805-5BE71E68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8452-4034-C696-AE61-ECDE88953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8D57-DC5A-6FDA-3790-0A4B2B6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1C53-80A4-E70F-7016-06A0583A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0827-F5E2-078E-B99F-0346D816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130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AED5C-CADC-46B7-9A61-027EF0A10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16D3F-7ECE-7046-6BC4-AED3F7944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B9E5-B2E9-114B-F11D-5CB6E142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3462-206A-BFA8-60C4-15007DA7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3D0C-09E4-6B73-3C1A-8AAFB664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2705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02483-3C12-53F0-946E-D13DDECD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3A1C9-9327-9878-F0C5-92AD6CBD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D213-1F0C-7710-D720-91F214683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6DFF-831F-8CDF-CD21-2A6226C0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FEBC-E307-DF1E-2F5D-C30C58D2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6</cp:revision>
  <dcterms:created xsi:type="dcterms:W3CDTF">2026-04-13T14:06:12Z</dcterms:created>
  <dcterms:modified xsi:type="dcterms:W3CDTF">2026-04-18T18:16:04Z</dcterms:modified>
</cp:coreProperties>
</file>