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uk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uk-U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8D8B44-2465-47C5-88A4-6046868F2577}" type="datetimeFigureOut">
              <a:rPr lang="uk-UA" smtClean="0"/>
              <a:pPr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AEA703-7FB9-4E19-A1E1-545F9340CD1F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text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content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content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caption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 content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Second content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collum title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 collum content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Second collum title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Second Cullum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27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27</cp:revision>
  <dcterms:created xsi:type="dcterms:W3CDTF">2026-04-17T20:43:37Z</dcterms:created>
  <dcterms:modified xsi:type="dcterms:W3CDTF">2026-06-20T15:14:21Z</dcterms:modified>
</cp:coreProperties>
</file>