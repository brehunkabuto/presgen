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Default Extension="jpg" ContentType="image/jpe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7455190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Біки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Цікаві факти про биків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Зовнішній вигляд биків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Бики — це самці великої рогатої худоби з потужним тілом і великими рогами.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Поведінка биків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Бики можуть бути агресивними, особливо коли відчувають загрозу. Вони використовуються у багатьох культурах у сільському господарстві та спорту.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Роль биків у культурі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У іспанській культурі бики відіграють важливу роль у традиційному бою биків.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В Україні бики є символом сили і витривалості, вони важливі у сільському господарстві.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Цікаві факти про биків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Бики мають дуже добру пам'ять і можуть швидко адаптуватися до навколишнього середовища. Вони спілкуються за допомогою звуків, рухів голови і хвоста.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Джерело: Енциклопедія тварин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