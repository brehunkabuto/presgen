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s/slide2.xml" ContentType="application/vnd.openxmlformats-officedocument.presentationml.slide+xml"/>
  <Default Extension="jp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  <p:sldId r:id="rId21-created" id="257"/>
    <p:sldId r:id="rId22-created" id="258"/>
    <p:sldId r:id="rId23-created" id="259"/>
    <p:sldId r:id="rId24-created" id="260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Relationship Id="rId21-created" Type="http://schemas.openxmlformats.org/officeDocument/2006/relationships/slide" Target="slides/slide2.xml"/><Relationship Id="rId22-created" Type="http://schemas.openxmlformats.org/officeDocument/2006/relationships/slide" Target="slides/slide3.xml"/><Relationship Id="rId23-created" Type="http://schemas.openxmlformats.org/officeDocument/2006/relationships/slide" Target="slides/slide4.xml"/><Relationship Id="rId24-created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Relationship Id="rId4-created" Type="http://schemas.openxmlformats.org/officeDocument/2006/relationships/image" Target="../media/media1.jpg"/><Relationship Id="rId5-created" Type="http://schemas.openxmlformats.org/officeDocument/2006/relationships/image" Target="../media/pexels-photo-27141313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 Studio Code (VS Code)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versatile code editor for developers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VS Code?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VS Code is a free, open-source code editor developed by Microsoft. It supports multiple programming languages and is highly customizable with extensions.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 Code Interface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interface includes a sidebar for file navigation, a panel for debugging and extensions, and an editor area for coding.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-created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D45C272A-CC93-C5BE-9BBF-37352457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  <a:endParaRPr lang="uk-UA" dirty="0"/>
          </a:p>
        </p:txBody>
      </p:sp>
      <p:sp>
        <p:nvSpPr>
          <p:cNvPr id="6" name="First Content Placeholder">
            <a:extLst>
              <a:ext uri="{FF2B5EF4-FFF2-40B4-BE49-F238E27FC236}">
                <a16:creationId xmlns:a16="http://schemas.microsoft.com/office/drawing/2014/main" id="{DBAE00DE-7A2D-B526-BA1C-0C8EC70FF0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IntelliSense: Smart code completion and syntax highlighting.
2. Debugging: Built-in support for comprehensive debugging.</a:t>
            </a:r>
            <a:endParaRPr lang="uk-UA" dirty="0"/>
          </a:p>
        </p:txBody>
      </p:sp>
      <p:sp>
        <p:nvSpPr>
          <p:cNvPr id="7" name="Second Content Placeholder">
            <a:extLst>
              <a:ext uri="{FF2B5EF4-FFF2-40B4-BE49-F238E27FC236}">
                <a16:creationId xmlns:a16="http://schemas.microsoft.com/office/drawing/2014/main" id="{80F35437-74AE-4917-79EE-95AAD390B0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Extensions: Large marketplace for additional tools.
2. Git Integration: Built-in version control support for Git repositories.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6997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613F0466-E58A-33FB-86FB-B27EFDED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 Code vs Other Editors</a:t>
            </a:r>
            <a:endParaRPr lang="uk-UA" dirty="0"/>
          </a:p>
        </p:txBody>
      </p:sp>
      <p:sp>
        <p:nvSpPr>
          <p:cNvPr id="6" name="First Text Placeholder">
            <a:extLst>
              <a:ext uri="{FF2B5EF4-FFF2-40B4-BE49-F238E27FC236}">
                <a16:creationId xmlns:a16="http://schemas.microsoft.com/office/drawing/2014/main" id="{8D67F4F1-53FF-7554-922A-9060CD073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VS Code</a:t>
            </a:r>
            <a:endParaRPr lang="uk-UA" dirty="0"/>
          </a:p>
        </p:txBody>
      </p:sp>
      <p:sp>
        <p:nvSpPr>
          <p:cNvPr id="7" name="First Content Placeholder">
            <a:extLst>
              <a:ext uri="{FF2B5EF4-FFF2-40B4-BE49-F238E27FC236}">
                <a16:creationId xmlns:a16="http://schemas.microsoft.com/office/drawing/2014/main" id="{0EFCD536-BD8D-1FF9-8D51-E6B5DDF43E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Cross-platform, extensive extensions, built-in Git, strong community support.</a:t>
            </a:r>
            <a:endParaRPr lang="uk-UA" dirty="0"/>
          </a:p>
        </p:txBody>
      </p:sp>
      <p:sp>
        <p:nvSpPr>
          <p:cNvPr id="8" name="Second Text Placeholder">
            <a:extLst>
              <a:ext uri="{FF2B5EF4-FFF2-40B4-BE49-F238E27FC236}">
                <a16:creationId xmlns:a16="http://schemas.microsoft.com/office/drawing/2014/main" id="{99A6F8AB-7533-3D96-EB83-FDD930BF3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Editors</a:t>
            </a:r>
            <a:endParaRPr lang="uk-UA" dirty="0"/>
          </a:p>
        </p:txBody>
      </p:sp>
      <p:sp>
        <p:nvSpPr>
          <p:cNvPr id="9" name="Second Content Placeholder">
            <a:extLst>
              <a:ext uri="{FF2B5EF4-FFF2-40B4-BE49-F238E27FC236}">
                <a16:creationId xmlns:a16="http://schemas.microsoft.com/office/drawing/2014/main" id="{8E601447-197C-1D1C-FF55-3E9C18689F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May lack extensive extension support or integrated Git, often proprietary with less customizability.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11659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