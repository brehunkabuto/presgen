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s/slide2.xml" ContentType="application/vnd.openxmlformats-officedocument.presentationml.slide+xml"/>
  <Default Extension="jp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  <p:sldId r:id="rId21-created" id="257"/>
    <p:sldId r:id="rId22-created" id="258"/>
    <p:sldId r:id="rId23-created" id="259"/>
    <p:sldId r:id="rId24-created" id="260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Relationship Id="rId21-created" Type="http://schemas.openxmlformats.org/officeDocument/2006/relationships/slide" Target="slides/slide2.xml"/><Relationship Id="rId22-created" Type="http://schemas.openxmlformats.org/officeDocument/2006/relationships/slide" Target="slides/slide3.xml"/><Relationship Id="rId23-created" Type="http://schemas.openxmlformats.org/officeDocument/2006/relationships/slide" Target="slides/slide4.xml"/><Relationship Id="rId24-created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Relationship Id="rId4-created" Type="http://schemas.openxmlformats.org/officeDocument/2006/relationships/image" Target="../media/media1.jpg"/><Relationship Id="rId5-created" Type="http://schemas.openxmlformats.org/officeDocument/2006/relationships/image" Target="../media/pexels-photo-8553065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Насіліє кішкі і тд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Чому це круто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Визначення насильства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Насильство - це застосування фізичної сили або агресії до інших, що може призводити до серйозних наслідків.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Приклади насильства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Ілюстрації різних видів агресії та насильства.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-created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Наслідки насильства</a:t>
            </a:r>
            <a:endParaRPr lang="uk-UA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Насильство завдає шкоди здоров'ю, психіці та соціальним зв'язкам.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Важливість запобігання насильству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Повага і толерантність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Сприяння повазі і толерантності допомагає уникати насильства і створює гармонійне суспільство.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