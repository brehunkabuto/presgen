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4.xml" ContentType="application/vnd.openxmlformats-officedocument.theme+xml"/>
  <Override PartName="/ppt/slides/slide2.xml" ContentType="application/vnd.openxmlformats-officedocument.presentationml.slide+xml"/>
  <Default Extension="jpg" ContentType="image/jpe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r:id="rId20-created" id="2147483660"/>
  </p:sldMasterIdLst>
  <p:sldIdLst>
    <p:sldId r:id="rId8-created" id="256"/>
    <p:sldId r:id="rId21-created" id="257"/>
    <p:sldId r:id="rId22-created" id="258"/>
    <p:sldId r:id="rId23-created" id="259"/>
    <p:sldId r:id="rId24-created" id="260"/>
  </p:sldIdLst>
  <p:notesMasterIdLst>
    <p:notesMasterId r:id="rId2"/>
  </p:notesMasterIdLst>
  <p:handoutMasterIdLst>
    <p:handoutMasterId r:id="rId3"/>
  </p:handoutMaster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8-created" Type="http://schemas.openxmlformats.org/officeDocument/2006/relationships/slide" Target="slides/slide1.xml"/><Relationship Id="rId9-created" Type="http://schemas.openxmlformats.org/officeDocument/2006/relationships/slideLayout" Target="slideLayouts/slideLayout12.xml"/><Relationship Id="rId10-created" Type="http://schemas.openxmlformats.org/officeDocument/2006/relationships/slideLayout" Target="slideLayouts/slideLayout13.xml"/><Relationship Id="rId11-created" Type="http://schemas.openxmlformats.org/officeDocument/2006/relationships/slideLayout" Target="slideLayouts/slideLayout14.xml"/><Relationship Id="rId12-created" Type="http://schemas.openxmlformats.org/officeDocument/2006/relationships/slideLayout" Target="slideLayouts/slideLayout15.xml"/><Relationship Id="rId13-created" Type="http://schemas.openxmlformats.org/officeDocument/2006/relationships/slideLayout" Target="slideLayouts/slideLayout16.xml"/><Relationship Id="rId14-created" Type="http://schemas.openxmlformats.org/officeDocument/2006/relationships/slideLayout" Target="slideLayouts/slideLayout17.xml"/><Relationship Id="rId15-created" Type="http://schemas.openxmlformats.org/officeDocument/2006/relationships/slideLayout" Target="slideLayouts/slideLayout18.xml"/><Relationship Id="rId16-created" Type="http://schemas.openxmlformats.org/officeDocument/2006/relationships/slideLayout" Target="slideLayouts/slideLayout19.xml"/><Relationship Id="rId17-created" Type="http://schemas.openxmlformats.org/officeDocument/2006/relationships/slideLayout" Target="slideLayouts/slideLayout20.xml"/><Relationship Id="rId18-created" Type="http://schemas.openxmlformats.org/officeDocument/2006/relationships/slideLayout" Target="slideLayouts/slideLayout21.xml"/><Relationship Id="rId19-created" Type="http://schemas.openxmlformats.org/officeDocument/2006/relationships/slideLayout" Target="slideLayouts/slideLayout22.xml"/><Relationship Id="rId20-created" Type="http://schemas.openxmlformats.org/officeDocument/2006/relationships/slideMaster" Target="slideMasters/slideMaster2.xml"/><Relationship Id="rId21-created" Type="http://schemas.openxmlformats.org/officeDocument/2006/relationships/slide" Target="slides/slide2.xml"/><Relationship Id="rId22-created" Type="http://schemas.openxmlformats.org/officeDocument/2006/relationships/slide" Target="slides/slide3.xml"/><Relationship Id="rId23-created" Type="http://schemas.openxmlformats.org/officeDocument/2006/relationships/slide" Target="slides/slide4.xml"/><Relationship Id="rId24-created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0CBE736-693E-7EBE-91B2-0D1D719A2A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9FEA19-B1D4-FFE6-0CC3-672AB4D6A7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47AEF-A8FE-4931-853A-9B7D5A1C1162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7D5E68-1B8D-2F79-0697-8C87C58B53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62FA3-90F0-2110-2A0F-DD9D383E3D3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AC6CBB-2EE4-4C58-A034-4D462B5B83C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743605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FDED11-9964-46C4-8839-E7AC280A3706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102507-5050-4A08-8B71-23A05C3BD8A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32330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571FC-500D-3727-DC40-C8E14840C1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263D18-7F85-7A59-8D7E-D15E3F6A45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43B5D-5FFB-3B4B-6110-AA54BDCEC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18B27-FBD2-FACA-310D-253527AC4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5B6DF-82A7-6E58-BA33-A237B292F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56394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4CA37-18F8-E3C9-6B63-BC2C62369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72B14-6487-69F0-68AA-A583B93A6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B8BC6-1AEF-0C8A-4642-3093FC2E5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094CA-1122-CD72-3073-0B4AD3E7C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D4E23-6ECF-5B0C-A985-993C801F3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8332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BB54C-3876-C029-1559-56F3B1432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6452B3-138D-C0D7-E26E-0C0149FA0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1F789-1184-A1B1-7350-F6EFD0C8A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AA8BB-90C2-9146-E8A3-8483DD877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511C3-FD98-8AC1-0CC6-772260937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22052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9A7C8-F2A9-17DE-09C0-EEE19160B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1EB62-8605-096E-1B17-BB13010918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E3964-AD07-DF4C-9C8A-256F3DB1FD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EEFB36-D26E-E28D-E622-2156E57F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971017-07C3-5F1C-F7D1-3C7317A5B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3515DF-0077-127B-3F29-9348B87A2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84054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962F-2596-F867-BB55-F5AC5BA45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840C1F-6CE1-CC2F-01E5-5CB0BC3C2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9C89A9-7BF8-0493-D73A-0C8CFF4B4D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B97B7A-37E3-C61D-F4EF-421B3D8288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C199F7-A420-D8F9-BACA-0B81FBE52E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FB8962-CA21-AE03-F4A5-4273E4D3F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44DEC1-B899-7A55-46B4-2860C913F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063D96-19A7-3494-0960-113681CB8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62875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6B20F-89DD-55B6-252F-3229F183D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6F89BE-3993-F817-4265-9424A606B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A1445B-A9D8-2739-7D84-8978810AA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B93BB1-7EB4-02C6-3D08-1CA9C88C8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5789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4D230C-FC73-A095-DBC0-2FE742FE9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65558F-4F0D-498A-142B-BDCF32500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285EB-700F-A0E9-B682-C9E4875C7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96571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96BCF-59F4-BEF8-1F69-EB01D7901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E3C20-76A8-CD0B-0114-4EA924B4F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4E1F1F-3BBE-8D1A-D0F9-BBB5DC1BD3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60BC5D-DBF1-0E7A-D46B-720413D96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D47EDC-CA3C-C6EB-4BB4-94C5BC243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B3A701-FA03-46F0-2FC5-636DAE92A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25870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433F3-3A6B-B3CE-9905-E878CDFBD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12381E-3692-C094-C15E-860D19781F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46577-1B12-ECDC-54C0-D50F60862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6671F-CCB0-23AD-F76C-9F34CAD65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6C63D3-FF1B-B0E8-2AA0-E5615DAC0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CFA1E6-FD50-2223-6FEC-34C70E430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01431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D8E99-D191-AE63-9805-5BE71E68D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0E8452-4034-C696-AE61-ECDE88953B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98D57-DC5A-6FDA-3790-0A4B2B628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C1C53-80A4-E70F-7016-06A0583A2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B0827-F5E2-078E-B99F-0346D8164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41300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8AED5C-CADC-46B7-9A61-027EF0A100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316D3F-7ECE-7046-6BC4-AED3F79444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4B9E5-B2E9-114B-F11D-5CB6E1426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23462-206A-BFA8-60C4-15007DA7C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F3D0C-09E4-6B73-3C1A-8AAFB664C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927051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368E6-C4AE-1427-D8A7-613682C18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DC836-903F-5F00-7FB2-C9AC460A6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D102B-C601-6DF7-486C-12A987BDBB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597EC0-0901-F5A3-5976-6ACE08D5B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81062-3ACC-8E51-3329-267BDA61C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5E15E1-347F-9EEB-9AAD-3504FEBE4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286865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0E5F8-CED1-0CE0-7189-2F531CBEC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2C7B5A-0C35-5B42-3D4E-BEA858C31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54966-D3D7-3A85-E63C-121DBD9AB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7DA06-6281-99B8-50CD-3D554F622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13625-BE70-B494-1CD5-9970FCC00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560758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1CAC60-27E2-171B-2D44-53BBF8FDE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CC4A10-E5F4-C97C-CD8E-38B48ED41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1DCCC-E985-5FAE-0C7C-93F0B1626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455349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FB9C6-D0E6-7CFE-1137-49CA0D450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2040F-D193-5060-BB28-33704FDBD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18A58-486A-8286-0B99-AE39327AA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11C49-3C46-E067-7973-F72513F30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2A0BA-1701-9FFA-86C8-7F37C2FC8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794409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57B37-640E-8A03-D1F2-0C38AC760E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C38D58-4AFF-C204-8A3C-9AB0E741A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4CF9A-5B29-53E2-E604-C35BA889C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F63B3-D6A0-E11A-0453-1DC1AF10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0B1A5-31C0-936F-CD90-6980EE828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64973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AC14F-923F-3374-C51B-E4E543F70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45B622-104B-309C-E667-CADCDE7F1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6188B6-D9FA-E9CC-FC9A-3292CB9B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27B92F-F163-814E-03EC-00A01EF49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94998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709ABE-0C3F-0B7C-BB86-23FD6FDBC2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C491DC-99DB-913D-F944-B1480ED85E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670BC-C638-E0BF-6465-43C8A231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19DA5-DDEE-0169-B44A-A4104ED41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424D4-CA04-5272-2A59-DB468E891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328367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CB827-5D83-ED08-4353-9FB05B779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EF1E0E-A5DA-1CFD-DD00-F7E53D5A8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FF8C52-26EB-CD5D-0BB0-C72B9447D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039CF0-08C5-2E5A-0632-A6F2BCBF7A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19DBC0-9142-0B66-6E89-6C44637480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414D97-F4B3-91F0-1CE5-57F0F70C5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C540D2-89EA-988C-F999-2CF945DD3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D83E9F-5F15-0A02-D23C-2C7CB8AAB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492668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5D0CC-1766-4286-761F-2FB6611E1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C27FF-526C-5AA1-0C1C-400D04337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73FDD-A084-46FE-6402-DA879ECE7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C029E-101E-D3BF-B01C-B2829BDF6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12AAF-B3C9-735F-42D8-B53B9626D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185452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25B0E-8404-EA28-76B6-A82528304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12CF6-AE07-D9D6-2A1C-BC99287BD6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2A16C1-2074-7432-A8AF-4E431D9466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5FAA9-6498-6009-8D9B-74C011178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B5A0E-C33E-E4E9-A98A-0954A3E08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53F45-4770-B966-FFE8-E746A2EAA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841433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E772-9B5A-A0B8-273C-B05F29BA4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8002DF-3EC1-D32E-A4E8-D60D8E54FA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D58F46-DF55-58B8-14E9-3FBAF65482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66399F-8786-A604-A1E2-E3851167B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71044-1B9F-A07B-8EA2-5FF586C62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FFEA4F-9B10-051C-49FA-4C34A22EF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36105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302483-3C12-53F0-946E-D13DDECD7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23A1C9-9327-9878-F0C5-92AD6CBD6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5D213-1F0C-7710-D720-91F2146830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B6DFF-831F-8CDF-CD21-2A6226C065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FFEBC-E307-DF1E-2F5D-C30C58D200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12384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9ED4C0-8A7F-B0F5-5836-F1F72223C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D790B7-F11B-7ADB-809F-3F9F3D1E1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964F4-3058-684B-9AED-99206EB04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925F4-B76F-66D0-2550-B917B466B0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9CBAD-39F0-644A-7EF4-4461ADEBA7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58122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hyperlink" Target="https://pixabay.com/en/bearded-dragon-australia-lizard-1302306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2.xml"/><Relationship Id="rId4-created" Type="http://schemas.openxmlformats.org/officeDocument/2006/relationships/image" Target="../media/media1.jpg"/><Relationship Id="rId5-created" Type="http://schemas.openxmlformats.org/officeDocument/2006/relationships/image" Target="../media/pexels-photo-12624724.jpe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7DE28E9-06ED-347F-5643-E1D266E6DA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Бики</a:t>
            </a:r>
            <a:endParaRPr lang="uk-UA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4B85F5A-63D2-1073-02A8-1584F89569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Обзор и интересные факты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110034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913D3080-3223-C810-60A5-9A64E8FA5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Что такое бики?</a:t>
            </a:r>
            <a:endParaRPr lang="uk-UA" dirty="0"/>
          </a:p>
        </p:txBody>
      </p:sp>
      <p:sp>
        <p:nvSpPr>
          <p:cNvPr id="6" name="Content Placeholder">
            <a:extLst>
              <a:ext uri="{FF2B5EF4-FFF2-40B4-BE49-F238E27FC236}">
                <a16:creationId xmlns:a16="http://schemas.microsoft.com/office/drawing/2014/main" id="{C0601909-805D-3C4D-31B6-C0D651666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Бики — это животные семейства полорогих, относящиеся к подсемейству быков. Они встречаются в различных регионах и известны своей силой и неприхотливостью.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13606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4CE6256-CFDD-CA35-FE40-F4745EFD7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Образ жизни биков</a:t>
            </a:r>
            <a:endParaRPr lang="uk-UA" dirty="0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668E1E5B-6B68-FCF0-89D2-7A6CA0AACC4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Бики живут в стадах, предпочитают открытые пространства и являются растительноядными животными.</a:t>
            </a:r>
            <a:endParaRPr lang="uk-UA" dirty="0"/>
          </a:p>
        </p:txBody>
      </p:sp>
      <p:pic>
        <p:nvPicPr>
          <p:cNvPr id="12" name="Picture Placeholder">
            <a:extLst>
              <a:ext uri="{FF2B5EF4-FFF2-40B4-BE49-F238E27FC236}">
                <a16:creationId xmlns:a16="http://schemas.microsoft.com/office/drawing/2014/main" id="{394A15C3-A336-DDD0-A9D0-EEC0FA99428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5-created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186" r="118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468682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D45C272A-CC93-C5BE-9BBF-373524578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Особенности биков</a:t>
            </a:r>
            <a:endParaRPr lang="uk-UA" dirty="0"/>
          </a:p>
        </p:txBody>
      </p:sp>
      <p:sp>
        <p:nvSpPr>
          <p:cNvPr id="6" name="First Content Placeholder">
            <a:extLst>
              <a:ext uri="{FF2B5EF4-FFF2-40B4-BE49-F238E27FC236}">
                <a16:creationId xmlns:a16="http://schemas.microsoft.com/office/drawing/2014/main" id="{DBAE00DE-7A2D-B526-BA1C-0C8EC70FF0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Сильное телосложение и выраженные рога отличают биков от других животных. Они также обладают большой выносливостью.</a:t>
            </a:r>
            <a:endParaRPr lang="uk-UA" dirty="0"/>
          </a:p>
        </p:txBody>
      </p:sp>
      <p:sp>
        <p:nvSpPr>
          <p:cNvPr id="7" name="Second Content Placeholder">
            <a:extLst>
              <a:ext uri="{FF2B5EF4-FFF2-40B4-BE49-F238E27FC236}">
                <a16:creationId xmlns:a16="http://schemas.microsoft.com/office/drawing/2014/main" id="{80F35437-74AE-4917-79EE-95AAD390B06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Бики важны в сельском хозяйстве, их мясо и кожа используются в различных отраслях.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069974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8FBC909-4CA6-47E0-BCD7-79FA0AC13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Заключение</a:t>
            </a:r>
            <a:endParaRPr lang="uk-UA" dirty="0"/>
          </a:p>
        </p:txBody>
      </p:sp>
      <p:sp>
        <p:nvSpPr>
          <p:cNvPr id="5" name="Content Placeholder">
            <a:extLst>
              <a:ext uri="{FF2B5EF4-FFF2-40B4-BE49-F238E27FC236}">
                <a16:creationId xmlns:a16="http://schemas.microsoft.com/office/drawing/2014/main" id="{ACA2215C-70A2-35CC-FB7C-DE34C6DC2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Бики — значимые животные в природе и культуре, играющие важную роль в экосистемах и хозяйстве человека.</a:t>
            </a:r>
            <a:endParaRPr lang="uk-UA" dirty="0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B5DB7E5D-50F9-93F6-59BB-40577D00C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Изучение биков помогает лучше понимать биологическое разнообразие и устойчивое развитие.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93789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e" id="{C0E7AF71-324F-4C9F-B640-2B7558F05CAB}" vid="{8C557392-FD2E-49FD-8A0C-3176FDCD06A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Volodimir Matviiv</dc:creator>
  <cp:lastModifiedBy>Volodimir Matviiv</cp:lastModifiedBy>
  <cp:revision>6</cp:revision>
  <dcterms:created xsi:type="dcterms:W3CDTF">2026-04-13T14:06:12Z</dcterms:created>
  <dcterms:modified xsi:type="dcterms:W3CDTF">2026-04-18T18:16:04Z</dcterms:modified>
</cp:coreProperties>
</file>