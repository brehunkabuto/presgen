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8294616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Future of AI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Exploring Tomorrow's Intelligent Technologies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Trends in AI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Artificial intelligence is rapidly evolving with advancements in machine learning, natural language processing, and robotics. These technologies are transforming industries such as healthcare, finance, and transportation.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Everyday Life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AI-powered robots and assistants are becoming common in homes and workplaces, enhancing productivity and convenience.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vs Opportunities in AI</a:t>
            </a:r>
            <a:endParaRPr lang="uk-UA" dirty="0"/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</a:t>
            </a:r>
            <a:endParaRPr lang="uk-UA" dirty="0"/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Ethical concerns, job displacement, data privacy issues, and the need for regulation.</a:t>
            </a:r>
            <a:endParaRPr lang="uk-UA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Opportunities</a:t>
            </a:r>
            <a:endParaRPr lang="uk-UA" dirty="0"/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Automation of tasks, improved decision-making, personalized experiences, and new industry creation.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future of AI holds promise for even deeper integration into human life, with developments in general AI, enhanced creativity, and expanded collaboration between humans and machines.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Innovation today shapes tomorrow's AI landscape.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