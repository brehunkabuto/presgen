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12584067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для тест кинь битий ДЖСОН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Презентация для демонстрации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Введение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Это тестовая презентация с битым или некорректным JSON, чтобы проверить отображение сбоев.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Пример изображения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Изображение демонстрирует битый JSON в виде визуальной метафоры.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Сравнение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Корректный JSON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Правильная структура, все скобки на месте.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Битый JSON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Отсутствуют закрывающие скобки, ошибки в синтаксисе.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Заключение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Использование битого JSON может привести к ошибкам и неправильной работе программ.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Всегда проверяйте корректность JSON перед использованием.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