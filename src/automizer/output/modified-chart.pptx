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Override PartName="/ppt/slides/slide2.xml" ContentType="application/vnd.openxmlformats-officedocument.presentationml.slide+xml"/>
  <Default Extension="jp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  <p:sldId r:id="rId23-created" id="259"/>
    <p:sldId r:id="rId24-created" id="260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Relationship Id="rId23-created" Type="http://schemas.openxmlformats.org/officeDocument/2006/relationships/slide" Target="slides/slide4.xml"/><Relationship Id="rId24-created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5882653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Powerful Code Editor for Developers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VS Code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Visual Studio Code is a free, open-source code editor developed by Microsoft. It supports a wide range of programming languages and offers extensive customization options through extensions.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VS Code User Interface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The clean and intuitive user interface of VS Code includes a sidebar, editor window, and integrated terminal that enhances developer productivity.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45C272A-CC93-C5BE-9BBF-37352457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VS Code</a:t>
            </a:r>
            <a:endParaRPr lang="uk-UA" dirty="0"/>
          </a:p>
        </p:txBody>
      </p:sp>
      <p:sp>
        <p:nvSpPr>
          <p:cNvPr id="6" name="First Content Placeholder">
            <a:extLst>
              <a:ext uri="{FF2B5EF4-FFF2-40B4-BE49-F238E27FC236}">
                <a16:creationId xmlns:a16="http://schemas.microsoft.com/office/drawing/2014/main" id="{DBAE00DE-7A2D-B526-BA1C-0C8EC70FF0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Integrated Git control for version management.
2. Debugging support for multiple languages.
3. Intelligent code completion with IntelliSense.</a:t>
            </a:r>
            <a:endParaRPr lang="uk-UA" dirty="0"/>
          </a:p>
        </p:txBody>
      </p:sp>
      <p:sp>
        <p:nvSpPr>
          <p:cNvPr id="7" name="Second Content Placeholder">
            <a:extLst>
              <a:ext uri="{FF2B5EF4-FFF2-40B4-BE49-F238E27FC236}">
                <a16:creationId xmlns:a16="http://schemas.microsoft.com/office/drawing/2014/main" id="{80F35437-74AE-4917-79EE-95AAD390B0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Customizable themes and keyboard shortcuts.
5. Wide range of extensions for added functionality.
6. Cross-platform support for Windows, macOS, and Linux.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997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8FBC909-4CA6-47E0-BCD7-79FA0AC1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Choose VS Code?</a:t>
            </a:r>
            <a:endParaRPr lang="uk-UA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ACA2215C-70A2-35CC-FB7C-DE34C6DC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VS Code offers a lightweight yet powerful editing experience. It's widely used by developers due to its versatility, rich feature set, and strong community support.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5DB7E5D-50F9-93F6-59BB-40577D00C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VS Code combines performance and flexibility to boost developer efficiency.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937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