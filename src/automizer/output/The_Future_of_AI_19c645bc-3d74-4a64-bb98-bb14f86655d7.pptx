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Masters/slideMaster2.xml" ContentType="application/vnd.openxmlformats-officedocument.presentationml.slideMaster+xml"/>
  <Override PartName="/ppt/theme/theme4.xml" ContentType="application/vnd.openxmlformats-officedocument.theme+xml"/>
  <Override PartName="/ppt/slides/slide2.xml" ContentType="application/vnd.openxmlformats-officedocument.presentationml.slide+xml"/>
  <Default Extension="jpg" ContentType="image/jpeg"/>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r:id="rId20-created" id="2147483660"/>
  </p:sldMasterIdLst>
  <p:sldIdLst>
    <p:sldId r:id="rId8-created" id="256"/>
    <p:sldId r:id="rId21-created" id="257"/>
    <p:sldId r:id="rId22-created" id="258"/>
    <p:sldId r:id="rId23-created" id="259"/>
    <p:sldId r:id="rId24-created" id="260"/>
  </p:sldIdLst>
  <p:notesMasterIdLst>
    <p:notesMasterId r:id="rId2"/>
  </p:notesMasterIdLst>
  <p:handoutMasterIdLst>
    <p:handoutMasterId r:id="rId3"/>
  </p:handoutMasterIdLst>
  <p:sldSz cx="12192000" cy="6858000"/>
  <p:notesSz cx="6858000" cy="9144000"/>
  <p:defaultText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notesViewPr>
    <p:cSldViewPr snapToGrid="0">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handoutMaster" Target="handoutMasters/handoutMaster1.xml"/><Relationship Id="rId7" Type="http://schemas.openxmlformats.org/officeDocument/2006/relationships/tableStyles" Target="tableStyles.xml"/><Relationship Id="rId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8-created" Type="http://schemas.openxmlformats.org/officeDocument/2006/relationships/slide" Target="slides/slide1.xml"/><Relationship Id="rId9-created" Type="http://schemas.openxmlformats.org/officeDocument/2006/relationships/slideLayout" Target="slideLayouts/slideLayout12.xml"/><Relationship Id="rId10-created" Type="http://schemas.openxmlformats.org/officeDocument/2006/relationships/slideLayout" Target="slideLayouts/slideLayout13.xml"/><Relationship Id="rId11-created" Type="http://schemas.openxmlformats.org/officeDocument/2006/relationships/slideLayout" Target="slideLayouts/slideLayout14.xml"/><Relationship Id="rId12-created" Type="http://schemas.openxmlformats.org/officeDocument/2006/relationships/slideLayout" Target="slideLayouts/slideLayout15.xml"/><Relationship Id="rId13-created" Type="http://schemas.openxmlformats.org/officeDocument/2006/relationships/slideLayout" Target="slideLayouts/slideLayout16.xml"/><Relationship Id="rId14-created" Type="http://schemas.openxmlformats.org/officeDocument/2006/relationships/slideLayout" Target="slideLayouts/slideLayout17.xml"/><Relationship Id="rId15-created" Type="http://schemas.openxmlformats.org/officeDocument/2006/relationships/slideLayout" Target="slideLayouts/slideLayout18.xml"/><Relationship Id="rId16-created" Type="http://schemas.openxmlformats.org/officeDocument/2006/relationships/slideLayout" Target="slideLayouts/slideLayout19.xml"/><Relationship Id="rId17-created" Type="http://schemas.openxmlformats.org/officeDocument/2006/relationships/slideLayout" Target="slideLayouts/slideLayout20.xml"/><Relationship Id="rId18-created" Type="http://schemas.openxmlformats.org/officeDocument/2006/relationships/slideLayout" Target="slideLayouts/slideLayout21.xml"/><Relationship Id="rId19-created" Type="http://schemas.openxmlformats.org/officeDocument/2006/relationships/slideLayout" Target="slideLayouts/slideLayout22.xml"/><Relationship Id="rId20-created" Type="http://schemas.openxmlformats.org/officeDocument/2006/relationships/slideMaster" Target="slideMasters/slideMaster2.xml"/><Relationship Id="rId21-created" Type="http://schemas.openxmlformats.org/officeDocument/2006/relationships/slide" Target="slides/slide2.xml"/><Relationship Id="rId22-created" Type="http://schemas.openxmlformats.org/officeDocument/2006/relationships/slide" Target="slides/slide3.xml"/><Relationship Id="rId23-created" Type="http://schemas.openxmlformats.org/officeDocument/2006/relationships/slide" Target="slides/slide4.xml"/><Relationship Id="rId24-created"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0CBE736-693E-7EBE-91B2-0D1D719A2A0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uk-UA"/>
          </a:p>
        </p:txBody>
      </p:sp>
      <p:sp>
        <p:nvSpPr>
          <p:cNvPr id="3" name="Date Placeholder 2">
            <a:extLst>
              <a:ext uri="{FF2B5EF4-FFF2-40B4-BE49-F238E27FC236}">
                <a16:creationId xmlns:a16="http://schemas.microsoft.com/office/drawing/2014/main" id="{179FEA19-B1D4-FFE6-0CC3-672AB4D6A72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4C47AEF-A8FE-4931-853A-9B7D5A1C1162}" type="datetimeFigureOut">
              <a:rPr lang="uk-UA" smtClean="0"/>
              <a:t>18.04.2026</a:t>
            </a:fld>
            <a:endParaRPr lang="uk-UA"/>
          </a:p>
        </p:txBody>
      </p:sp>
      <p:sp>
        <p:nvSpPr>
          <p:cNvPr id="4" name="Footer Placeholder 3">
            <a:extLst>
              <a:ext uri="{FF2B5EF4-FFF2-40B4-BE49-F238E27FC236}">
                <a16:creationId xmlns:a16="http://schemas.microsoft.com/office/drawing/2014/main" id="{C57D5E68-1B8D-2F79-0697-8C87C58B537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uk-UA"/>
          </a:p>
        </p:txBody>
      </p:sp>
      <p:sp>
        <p:nvSpPr>
          <p:cNvPr id="5" name="Slide Number Placeholder 4">
            <a:extLst>
              <a:ext uri="{FF2B5EF4-FFF2-40B4-BE49-F238E27FC236}">
                <a16:creationId xmlns:a16="http://schemas.microsoft.com/office/drawing/2014/main" id="{9E662FA3-90F0-2110-2A0F-DD9D383E3D3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6AC6CBB-2EE4-4C58-A034-4D462B5B83CE}" type="slidenum">
              <a:rPr lang="uk-UA" smtClean="0"/>
              <a:t>‹#›</a:t>
            </a:fld>
            <a:endParaRPr lang="uk-UA"/>
          </a:p>
        </p:txBody>
      </p:sp>
    </p:spTree>
    <p:extLst>
      <p:ext uri="{BB962C8B-B14F-4D97-AF65-F5344CB8AC3E}">
        <p14:creationId xmlns:p14="http://schemas.microsoft.com/office/powerpoint/2010/main" val="127436050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uk-U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FDED11-9964-46C4-8839-E7AC280A3706}" type="datetimeFigureOut">
              <a:rPr lang="uk-UA" smtClean="0"/>
              <a:t>18.04.2026</a:t>
            </a:fld>
            <a:endParaRPr lang="uk-U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uk-U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uk-U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7102507-5050-4A08-8B71-23A05C3BD8AA}" type="slidenum">
              <a:rPr lang="uk-UA" smtClean="0"/>
              <a:t>‹#›</a:t>
            </a:fld>
            <a:endParaRPr lang="uk-UA"/>
          </a:p>
        </p:txBody>
      </p:sp>
    </p:spTree>
    <p:extLst>
      <p:ext uri="{BB962C8B-B14F-4D97-AF65-F5344CB8AC3E}">
        <p14:creationId xmlns:p14="http://schemas.microsoft.com/office/powerpoint/2010/main" val="31323303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571FC-500D-3727-DC40-C8E14840C1D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uk-UA"/>
          </a:p>
        </p:txBody>
      </p:sp>
      <p:sp>
        <p:nvSpPr>
          <p:cNvPr id="3" name="Subtitle 2">
            <a:extLst>
              <a:ext uri="{FF2B5EF4-FFF2-40B4-BE49-F238E27FC236}">
                <a16:creationId xmlns:a16="http://schemas.microsoft.com/office/drawing/2014/main" id="{40263D18-7F85-7A59-8D7E-D15E3F6A45B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uk-UA"/>
          </a:p>
        </p:txBody>
      </p:sp>
      <p:sp>
        <p:nvSpPr>
          <p:cNvPr id="4" name="Date Placeholder 3">
            <a:extLst>
              <a:ext uri="{FF2B5EF4-FFF2-40B4-BE49-F238E27FC236}">
                <a16:creationId xmlns:a16="http://schemas.microsoft.com/office/drawing/2014/main" id="{CCE43B5D-5FFB-3B4B-6110-AA54BDCEC58A}"/>
              </a:ext>
            </a:extLst>
          </p:cNvPr>
          <p:cNvSpPr>
            <a:spLocks noGrp="1"/>
          </p:cNvSpPr>
          <p:nvPr>
            <p:ph type="dt" sz="half" idx="10"/>
          </p:nvPr>
        </p:nvSpPr>
        <p:spPr/>
        <p:txBody>
          <a:bodyPr/>
          <a:lstStyle/>
          <a:p>
            <a:fld id="{E9BB1AD5-4E1C-436F-ACEA-4A7A6CCA29A8}" type="datetimeFigureOut">
              <a:rPr lang="uk-UA" smtClean="0"/>
              <a:t>18.04.2026</a:t>
            </a:fld>
            <a:endParaRPr lang="uk-UA"/>
          </a:p>
        </p:txBody>
      </p:sp>
      <p:sp>
        <p:nvSpPr>
          <p:cNvPr id="5" name="Footer Placeholder 4">
            <a:extLst>
              <a:ext uri="{FF2B5EF4-FFF2-40B4-BE49-F238E27FC236}">
                <a16:creationId xmlns:a16="http://schemas.microsoft.com/office/drawing/2014/main" id="{90E18B27-FBD2-FACA-310D-253527AC4F53}"/>
              </a:ext>
            </a:extLst>
          </p:cNvPr>
          <p:cNvSpPr>
            <a:spLocks noGrp="1"/>
          </p:cNvSpPr>
          <p:nvPr>
            <p:ph type="ftr" sz="quarter" idx="11"/>
          </p:nvPr>
        </p:nvSpPr>
        <p:spPr/>
        <p:txBody>
          <a:bodyPr/>
          <a:lstStyle/>
          <a:p>
            <a:endParaRPr lang="uk-UA"/>
          </a:p>
        </p:txBody>
      </p:sp>
      <p:sp>
        <p:nvSpPr>
          <p:cNvPr id="6" name="Slide Number Placeholder 5">
            <a:extLst>
              <a:ext uri="{FF2B5EF4-FFF2-40B4-BE49-F238E27FC236}">
                <a16:creationId xmlns:a16="http://schemas.microsoft.com/office/drawing/2014/main" id="{37C5B6DF-82A7-6E58-BA33-A237B292F346}"/>
              </a:ext>
            </a:extLst>
          </p:cNvPr>
          <p:cNvSpPr>
            <a:spLocks noGrp="1"/>
          </p:cNvSpPr>
          <p:nvPr>
            <p:ph type="sldNum" sz="quarter" idx="12"/>
          </p:nvPr>
        </p:nvSpPr>
        <p:spPr/>
        <p:txBody>
          <a:bodyPr/>
          <a:lstStyle/>
          <a:p>
            <a:fld id="{BB84B601-9E65-44F8-B197-C481F5E900E2}" type="slidenum">
              <a:rPr lang="uk-UA" smtClean="0"/>
              <a:t>‹#›</a:t>
            </a:fld>
            <a:endParaRPr lang="uk-UA"/>
          </a:p>
        </p:txBody>
      </p:sp>
    </p:spTree>
    <p:extLst>
      <p:ext uri="{BB962C8B-B14F-4D97-AF65-F5344CB8AC3E}">
        <p14:creationId xmlns:p14="http://schemas.microsoft.com/office/powerpoint/2010/main" val="34563947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4CA37-18F8-E3C9-6B63-BC2C62369B99}"/>
              </a:ext>
            </a:extLst>
          </p:cNvPr>
          <p:cNvSpPr>
            <a:spLocks noGrp="1"/>
          </p:cNvSpPr>
          <p:nvPr>
            <p:ph type="title"/>
          </p:nvPr>
        </p:nvSpPr>
        <p:spPr/>
        <p:txBody>
          <a:bodyPr/>
          <a:lstStyle/>
          <a:p>
            <a:r>
              <a:rPr lang="en-US"/>
              <a:t>Click to edit Master title style</a:t>
            </a:r>
            <a:endParaRPr lang="uk-UA"/>
          </a:p>
        </p:txBody>
      </p:sp>
      <p:sp>
        <p:nvSpPr>
          <p:cNvPr id="3" name="Content Placeholder 2">
            <a:extLst>
              <a:ext uri="{FF2B5EF4-FFF2-40B4-BE49-F238E27FC236}">
                <a16:creationId xmlns:a16="http://schemas.microsoft.com/office/drawing/2014/main" id="{88A72B14-6487-69F0-68AA-A583B93A688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4" name="Date Placeholder 3">
            <a:extLst>
              <a:ext uri="{FF2B5EF4-FFF2-40B4-BE49-F238E27FC236}">
                <a16:creationId xmlns:a16="http://schemas.microsoft.com/office/drawing/2014/main" id="{15BB8BC6-1AEF-0C8A-4642-3093FC2E522F}"/>
              </a:ext>
            </a:extLst>
          </p:cNvPr>
          <p:cNvSpPr>
            <a:spLocks noGrp="1"/>
          </p:cNvSpPr>
          <p:nvPr>
            <p:ph type="dt" sz="half" idx="10"/>
          </p:nvPr>
        </p:nvSpPr>
        <p:spPr/>
        <p:txBody>
          <a:bodyPr/>
          <a:lstStyle/>
          <a:p>
            <a:fld id="{E9BB1AD5-4E1C-436F-ACEA-4A7A6CCA29A8}" type="datetimeFigureOut">
              <a:rPr lang="uk-UA" smtClean="0"/>
              <a:t>18.04.2026</a:t>
            </a:fld>
            <a:endParaRPr lang="uk-UA"/>
          </a:p>
        </p:txBody>
      </p:sp>
      <p:sp>
        <p:nvSpPr>
          <p:cNvPr id="5" name="Footer Placeholder 4">
            <a:extLst>
              <a:ext uri="{FF2B5EF4-FFF2-40B4-BE49-F238E27FC236}">
                <a16:creationId xmlns:a16="http://schemas.microsoft.com/office/drawing/2014/main" id="{FC8094CA-1122-CD72-3073-0B4AD3E7C6D2}"/>
              </a:ext>
            </a:extLst>
          </p:cNvPr>
          <p:cNvSpPr>
            <a:spLocks noGrp="1"/>
          </p:cNvSpPr>
          <p:nvPr>
            <p:ph type="ftr" sz="quarter" idx="11"/>
          </p:nvPr>
        </p:nvSpPr>
        <p:spPr/>
        <p:txBody>
          <a:bodyPr/>
          <a:lstStyle/>
          <a:p>
            <a:endParaRPr lang="uk-UA"/>
          </a:p>
        </p:txBody>
      </p:sp>
      <p:sp>
        <p:nvSpPr>
          <p:cNvPr id="6" name="Slide Number Placeholder 5">
            <a:extLst>
              <a:ext uri="{FF2B5EF4-FFF2-40B4-BE49-F238E27FC236}">
                <a16:creationId xmlns:a16="http://schemas.microsoft.com/office/drawing/2014/main" id="{5A3D4E23-6ECF-5B0C-A985-993C801F378E}"/>
              </a:ext>
            </a:extLst>
          </p:cNvPr>
          <p:cNvSpPr>
            <a:spLocks noGrp="1"/>
          </p:cNvSpPr>
          <p:nvPr>
            <p:ph type="sldNum" sz="quarter" idx="12"/>
          </p:nvPr>
        </p:nvSpPr>
        <p:spPr/>
        <p:txBody>
          <a:bodyPr/>
          <a:lstStyle/>
          <a:p>
            <a:fld id="{BB84B601-9E65-44F8-B197-C481F5E900E2}" type="slidenum">
              <a:rPr lang="uk-UA" smtClean="0"/>
              <a:t>‹#›</a:t>
            </a:fld>
            <a:endParaRPr lang="uk-UA"/>
          </a:p>
        </p:txBody>
      </p:sp>
    </p:spTree>
    <p:extLst>
      <p:ext uri="{BB962C8B-B14F-4D97-AF65-F5344CB8AC3E}">
        <p14:creationId xmlns:p14="http://schemas.microsoft.com/office/powerpoint/2010/main" val="2083321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BB54C-3876-C029-1559-56F3B14328A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uk-UA"/>
          </a:p>
        </p:txBody>
      </p:sp>
      <p:sp>
        <p:nvSpPr>
          <p:cNvPr id="3" name="Text Placeholder 2">
            <a:extLst>
              <a:ext uri="{FF2B5EF4-FFF2-40B4-BE49-F238E27FC236}">
                <a16:creationId xmlns:a16="http://schemas.microsoft.com/office/drawing/2014/main" id="{446452B3-138D-C0D7-E26E-0C0149FA04E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371F789-1184-A1B1-7350-F6EFD0C8AE35}"/>
              </a:ext>
            </a:extLst>
          </p:cNvPr>
          <p:cNvSpPr>
            <a:spLocks noGrp="1"/>
          </p:cNvSpPr>
          <p:nvPr>
            <p:ph type="dt" sz="half" idx="10"/>
          </p:nvPr>
        </p:nvSpPr>
        <p:spPr/>
        <p:txBody>
          <a:bodyPr/>
          <a:lstStyle/>
          <a:p>
            <a:fld id="{E9BB1AD5-4E1C-436F-ACEA-4A7A6CCA29A8}" type="datetimeFigureOut">
              <a:rPr lang="uk-UA" smtClean="0"/>
              <a:t>18.04.2026</a:t>
            </a:fld>
            <a:endParaRPr lang="uk-UA"/>
          </a:p>
        </p:txBody>
      </p:sp>
      <p:sp>
        <p:nvSpPr>
          <p:cNvPr id="5" name="Footer Placeholder 4">
            <a:extLst>
              <a:ext uri="{FF2B5EF4-FFF2-40B4-BE49-F238E27FC236}">
                <a16:creationId xmlns:a16="http://schemas.microsoft.com/office/drawing/2014/main" id="{D76AA8BB-90C2-9146-E8A3-8483DD877A43}"/>
              </a:ext>
            </a:extLst>
          </p:cNvPr>
          <p:cNvSpPr>
            <a:spLocks noGrp="1"/>
          </p:cNvSpPr>
          <p:nvPr>
            <p:ph type="ftr" sz="quarter" idx="11"/>
          </p:nvPr>
        </p:nvSpPr>
        <p:spPr/>
        <p:txBody>
          <a:bodyPr/>
          <a:lstStyle/>
          <a:p>
            <a:endParaRPr lang="uk-UA"/>
          </a:p>
        </p:txBody>
      </p:sp>
      <p:sp>
        <p:nvSpPr>
          <p:cNvPr id="6" name="Slide Number Placeholder 5">
            <a:extLst>
              <a:ext uri="{FF2B5EF4-FFF2-40B4-BE49-F238E27FC236}">
                <a16:creationId xmlns:a16="http://schemas.microsoft.com/office/drawing/2014/main" id="{221511C3-FD98-8AC1-0CC6-772260937E58}"/>
              </a:ext>
            </a:extLst>
          </p:cNvPr>
          <p:cNvSpPr>
            <a:spLocks noGrp="1"/>
          </p:cNvSpPr>
          <p:nvPr>
            <p:ph type="sldNum" sz="quarter" idx="12"/>
          </p:nvPr>
        </p:nvSpPr>
        <p:spPr/>
        <p:txBody>
          <a:bodyPr/>
          <a:lstStyle/>
          <a:p>
            <a:fld id="{BB84B601-9E65-44F8-B197-C481F5E900E2}" type="slidenum">
              <a:rPr lang="uk-UA" smtClean="0"/>
              <a:t>‹#›</a:t>
            </a:fld>
            <a:endParaRPr lang="uk-UA"/>
          </a:p>
        </p:txBody>
      </p:sp>
    </p:spTree>
    <p:extLst>
      <p:ext uri="{BB962C8B-B14F-4D97-AF65-F5344CB8AC3E}">
        <p14:creationId xmlns:p14="http://schemas.microsoft.com/office/powerpoint/2010/main" val="1322052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39A7C8-F2A9-17DE-09C0-EEE19160BDEF}"/>
              </a:ext>
            </a:extLst>
          </p:cNvPr>
          <p:cNvSpPr>
            <a:spLocks noGrp="1"/>
          </p:cNvSpPr>
          <p:nvPr>
            <p:ph type="title"/>
          </p:nvPr>
        </p:nvSpPr>
        <p:spPr/>
        <p:txBody>
          <a:bodyPr/>
          <a:lstStyle/>
          <a:p>
            <a:r>
              <a:rPr lang="en-US"/>
              <a:t>Click to edit Master title style</a:t>
            </a:r>
            <a:endParaRPr lang="uk-UA"/>
          </a:p>
        </p:txBody>
      </p:sp>
      <p:sp>
        <p:nvSpPr>
          <p:cNvPr id="3" name="Content Placeholder 2">
            <a:extLst>
              <a:ext uri="{FF2B5EF4-FFF2-40B4-BE49-F238E27FC236}">
                <a16:creationId xmlns:a16="http://schemas.microsoft.com/office/drawing/2014/main" id="{52F1EB62-8605-096E-1B17-BB130109181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4" name="Content Placeholder 3">
            <a:extLst>
              <a:ext uri="{FF2B5EF4-FFF2-40B4-BE49-F238E27FC236}">
                <a16:creationId xmlns:a16="http://schemas.microsoft.com/office/drawing/2014/main" id="{E86E3964-AD07-DF4C-9C8A-256F3DB1FD5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5" name="Date Placeholder 4">
            <a:extLst>
              <a:ext uri="{FF2B5EF4-FFF2-40B4-BE49-F238E27FC236}">
                <a16:creationId xmlns:a16="http://schemas.microsoft.com/office/drawing/2014/main" id="{F7EEFB36-D26E-E28D-E622-2156E57F5269}"/>
              </a:ext>
            </a:extLst>
          </p:cNvPr>
          <p:cNvSpPr>
            <a:spLocks noGrp="1"/>
          </p:cNvSpPr>
          <p:nvPr>
            <p:ph type="dt" sz="half" idx="10"/>
          </p:nvPr>
        </p:nvSpPr>
        <p:spPr/>
        <p:txBody>
          <a:bodyPr/>
          <a:lstStyle/>
          <a:p>
            <a:fld id="{E9BB1AD5-4E1C-436F-ACEA-4A7A6CCA29A8}" type="datetimeFigureOut">
              <a:rPr lang="uk-UA" smtClean="0"/>
              <a:t>18.04.2026</a:t>
            </a:fld>
            <a:endParaRPr lang="uk-UA"/>
          </a:p>
        </p:txBody>
      </p:sp>
      <p:sp>
        <p:nvSpPr>
          <p:cNvPr id="6" name="Footer Placeholder 5">
            <a:extLst>
              <a:ext uri="{FF2B5EF4-FFF2-40B4-BE49-F238E27FC236}">
                <a16:creationId xmlns:a16="http://schemas.microsoft.com/office/drawing/2014/main" id="{56971017-07C3-5F1C-F7D1-3C7317A5BBF9}"/>
              </a:ext>
            </a:extLst>
          </p:cNvPr>
          <p:cNvSpPr>
            <a:spLocks noGrp="1"/>
          </p:cNvSpPr>
          <p:nvPr>
            <p:ph type="ftr" sz="quarter" idx="11"/>
          </p:nvPr>
        </p:nvSpPr>
        <p:spPr/>
        <p:txBody>
          <a:bodyPr/>
          <a:lstStyle/>
          <a:p>
            <a:endParaRPr lang="uk-UA"/>
          </a:p>
        </p:txBody>
      </p:sp>
      <p:sp>
        <p:nvSpPr>
          <p:cNvPr id="7" name="Slide Number Placeholder 6">
            <a:extLst>
              <a:ext uri="{FF2B5EF4-FFF2-40B4-BE49-F238E27FC236}">
                <a16:creationId xmlns:a16="http://schemas.microsoft.com/office/drawing/2014/main" id="{843515DF-0077-127B-3F29-9348B87A2096}"/>
              </a:ext>
            </a:extLst>
          </p:cNvPr>
          <p:cNvSpPr>
            <a:spLocks noGrp="1"/>
          </p:cNvSpPr>
          <p:nvPr>
            <p:ph type="sldNum" sz="quarter" idx="12"/>
          </p:nvPr>
        </p:nvSpPr>
        <p:spPr/>
        <p:txBody>
          <a:bodyPr/>
          <a:lstStyle/>
          <a:p>
            <a:fld id="{BB84B601-9E65-44F8-B197-C481F5E900E2}" type="slidenum">
              <a:rPr lang="uk-UA" smtClean="0"/>
              <a:t>‹#›</a:t>
            </a:fld>
            <a:endParaRPr lang="uk-UA"/>
          </a:p>
        </p:txBody>
      </p:sp>
    </p:spTree>
    <p:extLst>
      <p:ext uri="{BB962C8B-B14F-4D97-AF65-F5344CB8AC3E}">
        <p14:creationId xmlns:p14="http://schemas.microsoft.com/office/powerpoint/2010/main" val="26840540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5962F-2596-F867-BB55-F5AC5BA45125}"/>
              </a:ext>
            </a:extLst>
          </p:cNvPr>
          <p:cNvSpPr>
            <a:spLocks noGrp="1"/>
          </p:cNvSpPr>
          <p:nvPr>
            <p:ph type="title"/>
          </p:nvPr>
        </p:nvSpPr>
        <p:spPr>
          <a:xfrm>
            <a:off x="839788" y="365125"/>
            <a:ext cx="10515600" cy="1325563"/>
          </a:xfrm>
        </p:spPr>
        <p:txBody>
          <a:bodyPr/>
          <a:lstStyle/>
          <a:p>
            <a:r>
              <a:rPr lang="en-US"/>
              <a:t>Click to edit Master title style</a:t>
            </a:r>
            <a:endParaRPr lang="uk-UA"/>
          </a:p>
        </p:txBody>
      </p:sp>
      <p:sp>
        <p:nvSpPr>
          <p:cNvPr id="3" name="Text Placeholder 2">
            <a:extLst>
              <a:ext uri="{FF2B5EF4-FFF2-40B4-BE49-F238E27FC236}">
                <a16:creationId xmlns:a16="http://schemas.microsoft.com/office/drawing/2014/main" id="{18840C1F-6CE1-CC2F-01E5-5CB0BC3C213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D9C89A9-7BF8-0493-D73A-0C8CFF4B4DA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5" name="Text Placeholder 4">
            <a:extLst>
              <a:ext uri="{FF2B5EF4-FFF2-40B4-BE49-F238E27FC236}">
                <a16:creationId xmlns:a16="http://schemas.microsoft.com/office/drawing/2014/main" id="{A8B97B7A-37E3-C61D-F4EF-421B3D8288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CC199F7-A420-D8F9-BACA-0B81FBE52E7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7" name="Date Placeholder 6">
            <a:extLst>
              <a:ext uri="{FF2B5EF4-FFF2-40B4-BE49-F238E27FC236}">
                <a16:creationId xmlns:a16="http://schemas.microsoft.com/office/drawing/2014/main" id="{A6FB8962-CA21-AE03-F4A5-4273E4D3F75F}"/>
              </a:ext>
            </a:extLst>
          </p:cNvPr>
          <p:cNvSpPr>
            <a:spLocks noGrp="1"/>
          </p:cNvSpPr>
          <p:nvPr>
            <p:ph type="dt" sz="half" idx="10"/>
          </p:nvPr>
        </p:nvSpPr>
        <p:spPr/>
        <p:txBody>
          <a:bodyPr/>
          <a:lstStyle/>
          <a:p>
            <a:fld id="{E9BB1AD5-4E1C-436F-ACEA-4A7A6CCA29A8}" type="datetimeFigureOut">
              <a:rPr lang="uk-UA" smtClean="0"/>
              <a:t>18.04.2026</a:t>
            </a:fld>
            <a:endParaRPr lang="uk-UA"/>
          </a:p>
        </p:txBody>
      </p:sp>
      <p:sp>
        <p:nvSpPr>
          <p:cNvPr id="8" name="Footer Placeholder 7">
            <a:extLst>
              <a:ext uri="{FF2B5EF4-FFF2-40B4-BE49-F238E27FC236}">
                <a16:creationId xmlns:a16="http://schemas.microsoft.com/office/drawing/2014/main" id="{3F44DEC1-B899-7A55-46B4-2860C913FC18}"/>
              </a:ext>
            </a:extLst>
          </p:cNvPr>
          <p:cNvSpPr>
            <a:spLocks noGrp="1"/>
          </p:cNvSpPr>
          <p:nvPr>
            <p:ph type="ftr" sz="quarter" idx="11"/>
          </p:nvPr>
        </p:nvSpPr>
        <p:spPr/>
        <p:txBody>
          <a:bodyPr/>
          <a:lstStyle/>
          <a:p>
            <a:endParaRPr lang="uk-UA"/>
          </a:p>
        </p:txBody>
      </p:sp>
      <p:sp>
        <p:nvSpPr>
          <p:cNvPr id="9" name="Slide Number Placeholder 8">
            <a:extLst>
              <a:ext uri="{FF2B5EF4-FFF2-40B4-BE49-F238E27FC236}">
                <a16:creationId xmlns:a16="http://schemas.microsoft.com/office/drawing/2014/main" id="{0F063D96-19A7-3494-0960-113681CB8327}"/>
              </a:ext>
            </a:extLst>
          </p:cNvPr>
          <p:cNvSpPr>
            <a:spLocks noGrp="1"/>
          </p:cNvSpPr>
          <p:nvPr>
            <p:ph type="sldNum" sz="quarter" idx="12"/>
          </p:nvPr>
        </p:nvSpPr>
        <p:spPr/>
        <p:txBody>
          <a:bodyPr/>
          <a:lstStyle/>
          <a:p>
            <a:fld id="{BB84B601-9E65-44F8-B197-C481F5E900E2}" type="slidenum">
              <a:rPr lang="uk-UA" smtClean="0"/>
              <a:t>‹#›</a:t>
            </a:fld>
            <a:endParaRPr lang="uk-UA"/>
          </a:p>
        </p:txBody>
      </p:sp>
    </p:spTree>
    <p:extLst>
      <p:ext uri="{BB962C8B-B14F-4D97-AF65-F5344CB8AC3E}">
        <p14:creationId xmlns:p14="http://schemas.microsoft.com/office/powerpoint/2010/main" val="10628757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6B20F-89DD-55B6-252F-3229F183D1EA}"/>
              </a:ext>
            </a:extLst>
          </p:cNvPr>
          <p:cNvSpPr>
            <a:spLocks noGrp="1"/>
          </p:cNvSpPr>
          <p:nvPr>
            <p:ph type="title"/>
          </p:nvPr>
        </p:nvSpPr>
        <p:spPr/>
        <p:txBody>
          <a:bodyPr/>
          <a:lstStyle/>
          <a:p>
            <a:r>
              <a:rPr lang="en-US"/>
              <a:t>Click to edit Master title style</a:t>
            </a:r>
            <a:endParaRPr lang="uk-UA"/>
          </a:p>
        </p:txBody>
      </p:sp>
      <p:sp>
        <p:nvSpPr>
          <p:cNvPr id="3" name="Date Placeholder 2">
            <a:extLst>
              <a:ext uri="{FF2B5EF4-FFF2-40B4-BE49-F238E27FC236}">
                <a16:creationId xmlns:a16="http://schemas.microsoft.com/office/drawing/2014/main" id="{516F89BE-3993-F817-4265-9424A606B7C9}"/>
              </a:ext>
            </a:extLst>
          </p:cNvPr>
          <p:cNvSpPr>
            <a:spLocks noGrp="1"/>
          </p:cNvSpPr>
          <p:nvPr>
            <p:ph type="dt" sz="half" idx="10"/>
          </p:nvPr>
        </p:nvSpPr>
        <p:spPr/>
        <p:txBody>
          <a:bodyPr/>
          <a:lstStyle/>
          <a:p>
            <a:fld id="{E9BB1AD5-4E1C-436F-ACEA-4A7A6CCA29A8}" type="datetimeFigureOut">
              <a:rPr lang="uk-UA" smtClean="0"/>
              <a:t>18.04.2026</a:t>
            </a:fld>
            <a:endParaRPr lang="uk-UA"/>
          </a:p>
        </p:txBody>
      </p:sp>
      <p:sp>
        <p:nvSpPr>
          <p:cNvPr id="4" name="Footer Placeholder 3">
            <a:extLst>
              <a:ext uri="{FF2B5EF4-FFF2-40B4-BE49-F238E27FC236}">
                <a16:creationId xmlns:a16="http://schemas.microsoft.com/office/drawing/2014/main" id="{21A1445B-A9D8-2739-7D84-8978810AAB8B}"/>
              </a:ext>
            </a:extLst>
          </p:cNvPr>
          <p:cNvSpPr>
            <a:spLocks noGrp="1"/>
          </p:cNvSpPr>
          <p:nvPr>
            <p:ph type="ftr" sz="quarter" idx="11"/>
          </p:nvPr>
        </p:nvSpPr>
        <p:spPr/>
        <p:txBody>
          <a:bodyPr/>
          <a:lstStyle/>
          <a:p>
            <a:endParaRPr lang="uk-UA"/>
          </a:p>
        </p:txBody>
      </p:sp>
      <p:sp>
        <p:nvSpPr>
          <p:cNvPr id="5" name="Slide Number Placeholder 4">
            <a:extLst>
              <a:ext uri="{FF2B5EF4-FFF2-40B4-BE49-F238E27FC236}">
                <a16:creationId xmlns:a16="http://schemas.microsoft.com/office/drawing/2014/main" id="{5DB93BB1-7EB4-02C6-3D08-1CA9C88C87AA}"/>
              </a:ext>
            </a:extLst>
          </p:cNvPr>
          <p:cNvSpPr>
            <a:spLocks noGrp="1"/>
          </p:cNvSpPr>
          <p:nvPr>
            <p:ph type="sldNum" sz="quarter" idx="12"/>
          </p:nvPr>
        </p:nvSpPr>
        <p:spPr/>
        <p:txBody>
          <a:bodyPr/>
          <a:lstStyle/>
          <a:p>
            <a:fld id="{BB84B601-9E65-44F8-B197-C481F5E900E2}" type="slidenum">
              <a:rPr lang="uk-UA" smtClean="0"/>
              <a:t>‹#›</a:t>
            </a:fld>
            <a:endParaRPr lang="uk-UA"/>
          </a:p>
        </p:txBody>
      </p:sp>
    </p:spTree>
    <p:extLst>
      <p:ext uri="{BB962C8B-B14F-4D97-AF65-F5344CB8AC3E}">
        <p14:creationId xmlns:p14="http://schemas.microsoft.com/office/powerpoint/2010/main" val="457895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24D230C-FC73-A095-DBC0-2FE742FE9763}"/>
              </a:ext>
            </a:extLst>
          </p:cNvPr>
          <p:cNvSpPr>
            <a:spLocks noGrp="1"/>
          </p:cNvSpPr>
          <p:nvPr>
            <p:ph type="dt" sz="half" idx="10"/>
          </p:nvPr>
        </p:nvSpPr>
        <p:spPr/>
        <p:txBody>
          <a:bodyPr/>
          <a:lstStyle/>
          <a:p>
            <a:fld id="{E9BB1AD5-4E1C-436F-ACEA-4A7A6CCA29A8}" type="datetimeFigureOut">
              <a:rPr lang="uk-UA" smtClean="0"/>
              <a:t>18.04.2026</a:t>
            </a:fld>
            <a:endParaRPr lang="uk-UA"/>
          </a:p>
        </p:txBody>
      </p:sp>
      <p:sp>
        <p:nvSpPr>
          <p:cNvPr id="3" name="Footer Placeholder 2">
            <a:extLst>
              <a:ext uri="{FF2B5EF4-FFF2-40B4-BE49-F238E27FC236}">
                <a16:creationId xmlns:a16="http://schemas.microsoft.com/office/drawing/2014/main" id="{D265558F-4F0D-498A-142B-BDCF32500ADE}"/>
              </a:ext>
            </a:extLst>
          </p:cNvPr>
          <p:cNvSpPr>
            <a:spLocks noGrp="1"/>
          </p:cNvSpPr>
          <p:nvPr>
            <p:ph type="ftr" sz="quarter" idx="11"/>
          </p:nvPr>
        </p:nvSpPr>
        <p:spPr/>
        <p:txBody>
          <a:bodyPr/>
          <a:lstStyle/>
          <a:p>
            <a:endParaRPr lang="uk-UA"/>
          </a:p>
        </p:txBody>
      </p:sp>
      <p:sp>
        <p:nvSpPr>
          <p:cNvPr id="4" name="Slide Number Placeholder 3">
            <a:extLst>
              <a:ext uri="{FF2B5EF4-FFF2-40B4-BE49-F238E27FC236}">
                <a16:creationId xmlns:a16="http://schemas.microsoft.com/office/drawing/2014/main" id="{207285EB-700F-A0E9-B682-C9E4875C7957}"/>
              </a:ext>
            </a:extLst>
          </p:cNvPr>
          <p:cNvSpPr>
            <a:spLocks noGrp="1"/>
          </p:cNvSpPr>
          <p:nvPr>
            <p:ph type="sldNum" sz="quarter" idx="12"/>
          </p:nvPr>
        </p:nvSpPr>
        <p:spPr/>
        <p:txBody>
          <a:bodyPr/>
          <a:lstStyle/>
          <a:p>
            <a:fld id="{BB84B601-9E65-44F8-B197-C481F5E900E2}" type="slidenum">
              <a:rPr lang="uk-UA" smtClean="0"/>
              <a:t>‹#›</a:t>
            </a:fld>
            <a:endParaRPr lang="uk-UA"/>
          </a:p>
        </p:txBody>
      </p:sp>
    </p:spTree>
    <p:extLst>
      <p:ext uri="{BB962C8B-B14F-4D97-AF65-F5344CB8AC3E}">
        <p14:creationId xmlns:p14="http://schemas.microsoft.com/office/powerpoint/2010/main" val="9965714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496BCF-59F4-BEF8-1F69-EB01D79016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uk-UA"/>
          </a:p>
        </p:txBody>
      </p:sp>
      <p:sp>
        <p:nvSpPr>
          <p:cNvPr id="3" name="Content Placeholder 2">
            <a:extLst>
              <a:ext uri="{FF2B5EF4-FFF2-40B4-BE49-F238E27FC236}">
                <a16:creationId xmlns:a16="http://schemas.microsoft.com/office/drawing/2014/main" id="{6BFE3C20-76A8-CD0B-0114-4EA924B4F8E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4" name="Text Placeholder 3">
            <a:extLst>
              <a:ext uri="{FF2B5EF4-FFF2-40B4-BE49-F238E27FC236}">
                <a16:creationId xmlns:a16="http://schemas.microsoft.com/office/drawing/2014/main" id="{F94E1F1F-3BBE-8D1A-D0F9-BBB5DC1BD3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60BC5D-DBF1-0E7A-D46B-720413D96DB9}"/>
              </a:ext>
            </a:extLst>
          </p:cNvPr>
          <p:cNvSpPr>
            <a:spLocks noGrp="1"/>
          </p:cNvSpPr>
          <p:nvPr>
            <p:ph type="dt" sz="half" idx="10"/>
          </p:nvPr>
        </p:nvSpPr>
        <p:spPr/>
        <p:txBody>
          <a:bodyPr/>
          <a:lstStyle/>
          <a:p>
            <a:fld id="{E9BB1AD5-4E1C-436F-ACEA-4A7A6CCA29A8}" type="datetimeFigureOut">
              <a:rPr lang="uk-UA" smtClean="0"/>
              <a:t>18.04.2026</a:t>
            </a:fld>
            <a:endParaRPr lang="uk-UA"/>
          </a:p>
        </p:txBody>
      </p:sp>
      <p:sp>
        <p:nvSpPr>
          <p:cNvPr id="6" name="Footer Placeholder 5">
            <a:extLst>
              <a:ext uri="{FF2B5EF4-FFF2-40B4-BE49-F238E27FC236}">
                <a16:creationId xmlns:a16="http://schemas.microsoft.com/office/drawing/2014/main" id="{E0D47EDC-CA3C-C6EB-4BB4-94C5BC243505}"/>
              </a:ext>
            </a:extLst>
          </p:cNvPr>
          <p:cNvSpPr>
            <a:spLocks noGrp="1"/>
          </p:cNvSpPr>
          <p:nvPr>
            <p:ph type="ftr" sz="quarter" idx="11"/>
          </p:nvPr>
        </p:nvSpPr>
        <p:spPr/>
        <p:txBody>
          <a:bodyPr/>
          <a:lstStyle/>
          <a:p>
            <a:endParaRPr lang="uk-UA"/>
          </a:p>
        </p:txBody>
      </p:sp>
      <p:sp>
        <p:nvSpPr>
          <p:cNvPr id="7" name="Slide Number Placeholder 6">
            <a:extLst>
              <a:ext uri="{FF2B5EF4-FFF2-40B4-BE49-F238E27FC236}">
                <a16:creationId xmlns:a16="http://schemas.microsoft.com/office/drawing/2014/main" id="{9CB3A701-FA03-46F0-2FC5-636DAE92A624}"/>
              </a:ext>
            </a:extLst>
          </p:cNvPr>
          <p:cNvSpPr>
            <a:spLocks noGrp="1"/>
          </p:cNvSpPr>
          <p:nvPr>
            <p:ph type="sldNum" sz="quarter" idx="12"/>
          </p:nvPr>
        </p:nvSpPr>
        <p:spPr/>
        <p:txBody>
          <a:bodyPr/>
          <a:lstStyle/>
          <a:p>
            <a:fld id="{BB84B601-9E65-44F8-B197-C481F5E900E2}" type="slidenum">
              <a:rPr lang="uk-UA" smtClean="0"/>
              <a:t>‹#›</a:t>
            </a:fld>
            <a:endParaRPr lang="uk-UA"/>
          </a:p>
        </p:txBody>
      </p:sp>
    </p:spTree>
    <p:extLst>
      <p:ext uri="{BB962C8B-B14F-4D97-AF65-F5344CB8AC3E}">
        <p14:creationId xmlns:p14="http://schemas.microsoft.com/office/powerpoint/2010/main" val="20258704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433F3-3A6B-B3CE-9905-E878CDFBDF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uk-UA"/>
          </a:p>
        </p:txBody>
      </p:sp>
      <p:sp>
        <p:nvSpPr>
          <p:cNvPr id="3" name="Picture Placeholder 2">
            <a:extLst>
              <a:ext uri="{FF2B5EF4-FFF2-40B4-BE49-F238E27FC236}">
                <a16:creationId xmlns:a16="http://schemas.microsoft.com/office/drawing/2014/main" id="{3612381E-3692-C094-C15E-860D19781F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uk-UA"/>
          </a:p>
        </p:txBody>
      </p:sp>
      <p:sp>
        <p:nvSpPr>
          <p:cNvPr id="4" name="Text Placeholder 3">
            <a:extLst>
              <a:ext uri="{FF2B5EF4-FFF2-40B4-BE49-F238E27FC236}">
                <a16:creationId xmlns:a16="http://schemas.microsoft.com/office/drawing/2014/main" id="{B4746577-1B12-ECDC-54C0-D50F608629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6671F-CCB0-23AD-F76C-9F34CAD65E51}"/>
              </a:ext>
            </a:extLst>
          </p:cNvPr>
          <p:cNvSpPr>
            <a:spLocks noGrp="1"/>
          </p:cNvSpPr>
          <p:nvPr>
            <p:ph type="dt" sz="half" idx="10"/>
          </p:nvPr>
        </p:nvSpPr>
        <p:spPr/>
        <p:txBody>
          <a:bodyPr/>
          <a:lstStyle/>
          <a:p>
            <a:fld id="{E9BB1AD5-4E1C-436F-ACEA-4A7A6CCA29A8}" type="datetimeFigureOut">
              <a:rPr lang="uk-UA" smtClean="0"/>
              <a:t>18.04.2026</a:t>
            </a:fld>
            <a:endParaRPr lang="uk-UA"/>
          </a:p>
        </p:txBody>
      </p:sp>
      <p:sp>
        <p:nvSpPr>
          <p:cNvPr id="6" name="Footer Placeholder 5">
            <a:extLst>
              <a:ext uri="{FF2B5EF4-FFF2-40B4-BE49-F238E27FC236}">
                <a16:creationId xmlns:a16="http://schemas.microsoft.com/office/drawing/2014/main" id="{896C63D3-FF1B-B0E8-2AA0-E5615DAC079D}"/>
              </a:ext>
            </a:extLst>
          </p:cNvPr>
          <p:cNvSpPr>
            <a:spLocks noGrp="1"/>
          </p:cNvSpPr>
          <p:nvPr>
            <p:ph type="ftr" sz="quarter" idx="11"/>
          </p:nvPr>
        </p:nvSpPr>
        <p:spPr/>
        <p:txBody>
          <a:bodyPr/>
          <a:lstStyle/>
          <a:p>
            <a:endParaRPr lang="uk-UA"/>
          </a:p>
        </p:txBody>
      </p:sp>
      <p:sp>
        <p:nvSpPr>
          <p:cNvPr id="7" name="Slide Number Placeholder 6">
            <a:extLst>
              <a:ext uri="{FF2B5EF4-FFF2-40B4-BE49-F238E27FC236}">
                <a16:creationId xmlns:a16="http://schemas.microsoft.com/office/drawing/2014/main" id="{5BCFA1E6-FD50-2223-6FEC-34C70E43046D}"/>
              </a:ext>
            </a:extLst>
          </p:cNvPr>
          <p:cNvSpPr>
            <a:spLocks noGrp="1"/>
          </p:cNvSpPr>
          <p:nvPr>
            <p:ph type="sldNum" sz="quarter" idx="12"/>
          </p:nvPr>
        </p:nvSpPr>
        <p:spPr/>
        <p:txBody>
          <a:bodyPr/>
          <a:lstStyle/>
          <a:p>
            <a:fld id="{BB84B601-9E65-44F8-B197-C481F5E900E2}" type="slidenum">
              <a:rPr lang="uk-UA" smtClean="0"/>
              <a:t>‹#›</a:t>
            </a:fld>
            <a:endParaRPr lang="uk-UA"/>
          </a:p>
        </p:txBody>
      </p:sp>
    </p:spTree>
    <p:extLst>
      <p:ext uri="{BB962C8B-B14F-4D97-AF65-F5344CB8AC3E}">
        <p14:creationId xmlns:p14="http://schemas.microsoft.com/office/powerpoint/2010/main" val="32014316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D8E99-D191-AE63-9805-5BE71E68D70B}"/>
              </a:ext>
            </a:extLst>
          </p:cNvPr>
          <p:cNvSpPr>
            <a:spLocks noGrp="1"/>
          </p:cNvSpPr>
          <p:nvPr>
            <p:ph type="title"/>
          </p:nvPr>
        </p:nvSpPr>
        <p:spPr/>
        <p:txBody>
          <a:bodyPr/>
          <a:lstStyle/>
          <a:p>
            <a:r>
              <a:rPr lang="en-US"/>
              <a:t>Click to edit Master title style</a:t>
            </a:r>
            <a:endParaRPr lang="uk-UA"/>
          </a:p>
        </p:txBody>
      </p:sp>
      <p:sp>
        <p:nvSpPr>
          <p:cNvPr id="3" name="Vertical Text Placeholder 2">
            <a:extLst>
              <a:ext uri="{FF2B5EF4-FFF2-40B4-BE49-F238E27FC236}">
                <a16:creationId xmlns:a16="http://schemas.microsoft.com/office/drawing/2014/main" id="{ED0E8452-4034-C696-AE61-ECDE88953B6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4" name="Date Placeholder 3">
            <a:extLst>
              <a:ext uri="{FF2B5EF4-FFF2-40B4-BE49-F238E27FC236}">
                <a16:creationId xmlns:a16="http://schemas.microsoft.com/office/drawing/2014/main" id="{2D398D57-DC5A-6FDA-3790-0A4B2B6283B8}"/>
              </a:ext>
            </a:extLst>
          </p:cNvPr>
          <p:cNvSpPr>
            <a:spLocks noGrp="1"/>
          </p:cNvSpPr>
          <p:nvPr>
            <p:ph type="dt" sz="half" idx="10"/>
          </p:nvPr>
        </p:nvSpPr>
        <p:spPr/>
        <p:txBody>
          <a:bodyPr/>
          <a:lstStyle/>
          <a:p>
            <a:fld id="{E9BB1AD5-4E1C-436F-ACEA-4A7A6CCA29A8}" type="datetimeFigureOut">
              <a:rPr lang="uk-UA" smtClean="0"/>
              <a:t>18.04.2026</a:t>
            </a:fld>
            <a:endParaRPr lang="uk-UA"/>
          </a:p>
        </p:txBody>
      </p:sp>
      <p:sp>
        <p:nvSpPr>
          <p:cNvPr id="5" name="Footer Placeholder 4">
            <a:extLst>
              <a:ext uri="{FF2B5EF4-FFF2-40B4-BE49-F238E27FC236}">
                <a16:creationId xmlns:a16="http://schemas.microsoft.com/office/drawing/2014/main" id="{6EAC1C53-80A4-E70F-7016-06A0583A2312}"/>
              </a:ext>
            </a:extLst>
          </p:cNvPr>
          <p:cNvSpPr>
            <a:spLocks noGrp="1"/>
          </p:cNvSpPr>
          <p:nvPr>
            <p:ph type="ftr" sz="quarter" idx="11"/>
          </p:nvPr>
        </p:nvSpPr>
        <p:spPr/>
        <p:txBody>
          <a:bodyPr/>
          <a:lstStyle/>
          <a:p>
            <a:endParaRPr lang="uk-UA"/>
          </a:p>
        </p:txBody>
      </p:sp>
      <p:sp>
        <p:nvSpPr>
          <p:cNvPr id="6" name="Slide Number Placeholder 5">
            <a:extLst>
              <a:ext uri="{FF2B5EF4-FFF2-40B4-BE49-F238E27FC236}">
                <a16:creationId xmlns:a16="http://schemas.microsoft.com/office/drawing/2014/main" id="{BA8B0827-F5E2-078E-B99F-0346D816451B}"/>
              </a:ext>
            </a:extLst>
          </p:cNvPr>
          <p:cNvSpPr>
            <a:spLocks noGrp="1"/>
          </p:cNvSpPr>
          <p:nvPr>
            <p:ph type="sldNum" sz="quarter" idx="12"/>
          </p:nvPr>
        </p:nvSpPr>
        <p:spPr/>
        <p:txBody>
          <a:bodyPr/>
          <a:lstStyle/>
          <a:p>
            <a:fld id="{BB84B601-9E65-44F8-B197-C481F5E900E2}" type="slidenum">
              <a:rPr lang="uk-UA" smtClean="0"/>
              <a:t>‹#›</a:t>
            </a:fld>
            <a:endParaRPr lang="uk-UA"/>
          </a:p>
        </p:txBody>
      </p:sp>
    </p:spTree>
    <p:extLst>
      <p:ext uri="{BB962C8B-B14F-4D97-AF65-F5344CB8AC3E}">
        <p14:creationId xmlns:p14="http://schemas.microsoft.com/office/powerpoint/2010/main" val="1741300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D8AED5C-CADC-46B7-9A61-027EF0A1003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uk-UA"/>
          </a:p>
        </p:txBody>
      </p:sp>
      <p:sp>
        <p:nvSpPr>
          <p:cNvPr id="3" name="Vertical Text Placeholder 2">
            <a:extLst>
              <a:ext uri="{FF2B5EF4-FFF2-40B4-BE49-F238E27FC236}">
                <a16:creationId xmlns:a16="http://schemas.microsoft.com/office/drawing/2014/main" id="{BB316D3F-7ECE-7046-6BC4-AED3F79444D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4" name="Date Placeholder 3">
            <a:extLst>
              <a:ext uri="{FF2B5EF4-FFF2-40B4-BE49-F238E27FC236}">
                <a16:creationId xmlns:a16="http://schemas.microsoft.com/office/drawing/2014/main" id="{C544B9E5-B2E9-114B-F11D-5CB6E1426CC2}"/>
              </a:ext>
            </a:extLst>
          </p:cNvPr>
          <p:cNvSpPr>
            <a:spLocks noGrp="1"/>
          </p:cNvSpPr>
          <p:nvPr>
            <p:ph type="dt" sz="half" idx="10"/>
          </p:nvPr>
        </p:nvSpPr>
        <p:spPr/>
        <p:txBody>
          <a:bodyPr/>
          <a:lstStyle/>
          <a:p>
            <a:fld id="{E9BB1AD5-4E1C-436F-ACEA-4A7A6CCA29A8}" type="datetimeFigureOut">
              <a:rPr lang="uk-UA" smtClean="0"/>
              <a:t>18.04.2026</a:t>
            </a:fld>
            <a:endParaRPr lang="uk-UA"/>
          </a:p>
        </p:txBody>
      </p:sp>
      <p:sp>
        <p:nvSpPr>
          <p:cNvPr id="5" name="Footer Placeholder 4">
            <a:extLst>
              <a:ext uri="{FF2B5EF4-FFF2-40B4-BE49-F238E27FC236}">
                <a16:creationId xmlns:a16="http://schemas.microsoft.com/office/drawing/2014/main" id="{AF023462-206A-BFA8-60C4-15007DA7C91C}"/>
              </a:ext>
            </a:extLst>
          </p:cNvPr>
          <p:cNvSpPr>
            <a:spLocks noGrp="1"/>
          </p:cNvSpPr>
          <p:nvPr>
            <p:ph type="ftr" sz="quarter" idx="11"/>
          </p:nvPr>
        </p:nvSpPr>
        <p:spPr/>
        <p:txBody>
          <a:bodyPr/>
          <a:lstStyle/>
          <a:p>
            <a:endParaRPr lang="uk-UA"/>
          </a:p>
        </p:txBody>
      </p:sp>
      <p:sp>
        <p:nvSpPr>
          <p:cNvPr id="6" name="Slide Number Placeholder 5">
            <a:extLst>
              <a:ext uri="{FF2B5EF4-FFF2-40B4-BE49-F238E27FC236}">
                <a16:creationId xmlns:a16="http://schemas.microsoft.com/office/drawing/2014/main" id="{BECF3D0C-09E4-6B73-3C1A-8AAFB664C94F}"/>
              </a:ext>
            </a:extLst>
          </p:cNvPr>
          <p:cNvSpPr>
            <a:spLocks noGrp="1"/>
          </p:cNvSpPr>
          <p:nvPr>
            <p:ph type="sldNum" sz="quarter" idx="12"/>
          </p:nvPr>
        </p:nvSpPr>
        <p:spPr/>
        <p:txBody>
          <a:bodyPr/>
          <a:lstStyle/>
          <a:p>
            <a:fld id="{BB84B601-9E65-44F8-B197-C481F5E900E2}" type="slidenum">
              <a:rPr lang="uk-UA" smtClean="0"/>
              <a:t>‹#›</a:t>
            </a:fld>
            <a:endParaRPr lang="uk-UA"/>
          </a:p>
        </p:txBody>
      </p:sp>
    </p:spTree>
    <p:extLst>
      <p:ext uri="{BB962C8B-B14F-4D97-AF65-F5344CB8AC3E}">
        <p14:creationId xmlns:p14="http://schemas.microsoft.com/office/powerpoint/2010/main" val="14927051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368E6-C4AE-1427-D8A7-613682C18F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uk-UA"/>
          </a:p>
        </p:txBody>
      </p:sp>
      <p:sp>
        <p:nvSpPr>
          <p:cNvPr id="3" name="Content Placeholder 2">
            <a:extLst>
              <a:ext uri="{FF2B5EF4-FFF2-40B4-BE49-F238E27FC236}">
                <a16:creationId xmlns:a16="http://schemas.microsoft.com/office/drawing/2014/main" id="{7A0DC836-903F-5F00-7FB2-C9AC460A64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4" name="Text Placeholder 3">
            <a:extLst>
              <a:ext uri="{FF2B5EF4-FFF2-40B4-BE49-F238E27FC236}">
                <a16:creationId xmlns:a16="http://schemas.microsoft.com/office/drawing/2014/main" id="{383D102B-C601-6DF7-486C-12A987BDBB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597EC0-0901-F5A3-5976-6ACE08D5B7AA}"/>
              </a:ext>
            </a:extLst>
          </p:cNvPr>
          <p:cNvSpPr>
            <a:spLocks noGrp="1"/>
          </p:cNvSpPr>
          <p:nvPr>
            <p:ph type="dt" sz="half" idx="10"/>
          </p:nvPr>
        </p:nvSpPr>
        <p:spPr/>
        <p:txBody>
          <a:bodyPr/>
          <a:lstStyle/>
          <a:p>
            <a:fld id="{AB8D8B44-2465-47C5-88A4-6046868F2577}" type="datetimeFigureOut">
              <a:rPr lang="uk-UA" smtClean="0"/>
              <a:t>26.04.2026</a:t>
            </a:fld>
            <a:endParaRPr lang="uk-UA"/>
          </a:p>
        </p:txBody>
      </p:sp>
      <p:sp>
        <p:nvSpPr>
          <p:cNvPr id="6" name="Footer Placeholder 5">
            <a:extLst>
              <a:ext uri="{FF2B5EF4-FFF2-40B4-BE49-F238E27FC236}">
                <a16:creationId xmlns:a16="http://schemas.microsoft.com/office/drawing/2014/main" id="{B5481062-3ACC-8E51-3329-267BDA61CA55}"/>
              </a:ext>
            </a:extLst>
          </p:cNvPr>
          <p:cNvSpPr>
            <a:spLocks noGrp="1"/>
          </p:cNvSpPr>
          <p:nvPr>
            <p:ph type="ftr" sz="quarter" idx="11"/>
          </p:nvPr>
        </p:nvSpPr>
        <p:spPr/>
        <p:txBody>
          <a:bodyPr/>
          <a:lstStyle/>
          <a:p>
            <a:endParaRPr lang="uk-UA"/>
          </a:p>
        </p:txBody>
      </p:sp>
      <p:sp>
        <p:nvSpPr>
          <p:cNvPr id="7" name="Slide Number Placeholder 6">
            <a:extLst>
              <a:ext uri="{FF2B5EF4-FFF2-40B4-BE49-F238E27FC236}">
                <a16:creationId xmlns:a16="http://schemas.microsoft.com/office/drawing/2014/main" id="{B55E15E1-347F-9EEB-9AAD-3504FEBE40D1}"/>
              </a:ext>
            </a:extLst>
          </p:cNvPr>
          <p:cNvSpPr>
            <a:spLocks noGrp="1"/>
          </p:cNvSpPr>
          <p:nvPr>
            <p:ph type="sldNum" sz="quarter" idx="12"/>
          </p:nvPr>
        </p:nvSpPr>
        <p:spPr/>
        <p:txBody>
          <a:bodyPr/>
          <a:lstStyle/>
          <a:p>
            <a:fld id="{8BAEA703-7FB9-4E19-A1E1-545F9340CD1F}" type="slidenum">
              <a:rPr lang="uk-UA" smtClean="0"/>
              <a:t>‹#›</a:t>
            </a:fld>
            <a:endParaRPr lang="uk-UA"/>
          </a:p>
        </p:txBody>
      </p:sp>
    </p:spTree>
    <p:extLst>
      <p:ext uri="{BB962C8B-B14F-4D97-AF65-F5344CB8AC3E}">
        <p14:creationId xmlns:p14="http://schemas.microsoft.com/office/powerpoint/2010/main" val="28286865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F0E5F8-CED1-0CE0-7189-2F531CBECDE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uk-UA"/>
          </a:p>
        </p:txBody>
      </p:sp>
      <p:sp>
        <p:nvSpPr>
          <p:cNvPr id="3" name="Text Placeholder 2">
            <a:extLst>
              <a:ext uri="{FF2B5EF4-FFF2-40B4-BE49-F238E27FC236}">
                <a16:creationId xmlns:a16="http://schemas.microsoft.com/office/drawing/2014/main" id="{422C7B5A-0C35-5B42-3D4E-BEA858C313D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854966-D3D7-3A85-E63C-121DBD9ABE66}"/>
              </a:ext>
            </a:extLst>
          </p:cNvPr>
          <p:cNvSpPr>
            <a:spLocks noGrp="1"/>
          </p:cNvSpPr>
          <p:nvPr>
            <p:ph type="dt" sz="half" idx="10"/>
          </p:nvPr>
        </p:nvSpPr>
        <p:spPr/>
        <p:txBody>
          <a:bodyPr/>
          <a:lstStyle/>
          <a:p>
            <a:fld id="{AB8D8B44-2465-47C5-88A4-6046868F2577}" type="datetimeFigureOut">
              <a:rPr lang="uk-UA" smtClean="0"/>
              <a:t>26.04.2026</a:t>
            </a:fld>
            <a:endParaRPr lang="uk-UA"/>
          </a:p>
        </p:txBody>
      </p:sp>
      <p:sp>
        <p:nvSpPr>
          <p:cNvPr id="5" name="Footer Placeholder 4">
            <a:extLst>
              <a:ext uri="{FF2B5EF4-FFF2-40B4-BE49-F238E27FC236}">
                <a16:creationId xmlns:a16="http://schemas.microsoft.com/office/drawing/2014/main" id="{06A7DA06-6281-99B8-50CD-3D554F6226B6}"/>
              </a:ext>
            </a:extLst>
          </p:cNvPr>
          <p:cNvSpPr>
            <a:spLocks noGrp="1"/>
          </p:cNvSpPr>
          <p:nvPr>
            <p:ph type="ftr" sz="quarter" idx="11"/>
          </p:nvPr>
        </p:nvSpPr>
        <p:spPr/>
        <p:txBody>
          <a:bodyPr/>
          <a:lstStyle/>
          <a:p>
            <a:endParaRPr lang="uk-UA"/>
          </a:p>
        </p:txBody>
      </p:sp>
      <p:sp>
        <p:nvSpPr>
          <p:cNvPr id="6" name="Slide Number Placeholder 5">
            <a:extLst>
              <a:ext uri="{FF2B5EF4-FFF2-40B4-BE49-F238E27FC236}">
                <a16:creationId xmlns:a16="http://schemas.microsoft.com/office/drawing/2014/main" id="{93713625-BE70-B494-1CD5-9970FCC00BC0}"/>
              </a:ext>
            </a:extLst>
          </p:cNvPr>
          <p:cNvSpPr>
            <a:spLocks noGrp="1"/>
          </p:cNvSpPr>
          <p:nvPr>
            <p:ph type="sldNum" sz="quarter" idx="12"/>
          </p:nvPr>
        </p:nvSpPr>
        <p:spPr/>
        <p:txBody>
          <a:bodyPr/>
          <a:lstStyle/>
          <a:p>
            <a:fld id="{8BAEA703-7FB9-4E19-A1E1-545F9340CD1F}" type="slidenum">
              <a:rPr lang="uk-UA" smtClean="0"/>
              <a:t>‹#›</a:t>
            </a:fld>
            <a:endParaRPr lang="uk-UA"/>
          </a:p>
        </p:txBody>
      </p:sp>
    </p:spTree>
    <p:extLst>
      <p:ext uri="{BB962C8B-B14F-4D97-AF65-F5344CB8AC3E}">
        <p14:creationId xmlns:p14="http://schemas.microsoft.com/office/powerpoint/2010/main" val="32560758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B1CAC60-27E2-171B-2D44-53BBF8FDED86}"/>
              </a:ext>
            </a:extLst>
          </p:cNvPr>
          <p:cNvSpPr>
            <a:spLocks noGrp="1"/>
          </p:cNvSpPr>
          <p:nvPr>
            <p:ph type="dt" sz="half" idx="10"/>
          </p:nvPr>
        </p:nvSpPr>
        <p:spPr/>
        <p:txBody>
          <a:bodyPr/>
          <a:lstStyle/>
          <a:p>
            <a:fld id="{AB8D8B44-2465-47C5-88A4-6046868F2577}" type="datetimeFigureOut">
              <a:rPr lang="uk-UA" smtClean="0"/>
              <a:t>26.04.2026</a:t>
            </a:fld>
            <a:endParaRPr lang="uk-UA"/>
          </a:p>
        </p:txBody>
      </p:sp>
      <p:sp>
        <p:nvSpPr>
          <p:cNvPr id="3" name="Footer Placeholder 2">
            <a:extLst>
              <a:ext uri="{FF2B5EF4-FFF2-40B4-BE49-F238E27FC236}">
                <a16:creationId xmlns:a16="http://schemas.microsoft.com/office/drawing/2014/main" id="{77CC4A10-E5F4-C97C-CD8E-38B48ED4167D}"/>
              </a:ext>
            </a:extLst>
          </p:cNvPr>
          <p:cNvSpPr>
            <a:spLocks noGrp="1"/>
          </p:cNvSpPr>
          <p:nvPr>
            <p:ph type="ftr" sz="quarter" idx="11"/>
          </p:nvPr>
        </p:nvSpPr>
        <p:spPr/>
        <p:txBody>
          <a:bodyPr/>
          <a:lstStyle/>
          <a:p>
            <a:endParaRPr lang="uk-UA"/>
          </a:p>
        </p:txBody>
      </p:sp>
      <p:sp>
        <p:nvSpPr>
          <p:cNvPr id="4" name="Slide Number Placeholder 3">
            <a:extLst>
              <a:ext uri="{FF2B5EF4-FFF2-40B4-BE49-F238E27FC236}">
                <a16:creationId xmlns:a16="http://schemas.microsoft.com/office/drawing/2014/main" id="{AE61DCCC-E985-5FAE-0C7C-93F0B1626250}"/>
              </a:ext>
            </a:extLst>
          </p:cNvPr>
          <p:cNvSpPr>
            <a:spLocks noGrp="1"/>
          </p:cNvSpPr>
          <p:nvPr>
            <p:ph type="sldNum" sz="quarter" idx="12"/>
          </p:nvPr>
        </p:nvSpPr>
        <p:spPr/>
        <p:txBody>
          <a:bodyPr/>
          <a:lstStyle/>
          <a:p>
            <a:fld id="{8BAEA703-7FB9-4E19-A1E1-545F9340CD1F}" type="slidenum">
              <a:rPr lang="uk-UA" smtClean="0"/>
              <a:t>‹#›</a:t>
            </a:fld>
            <a:endParaRPr lang="uk-UA"/>
          </a:p>
        </p:txBody>
      </p:sp>
    </p:spTree>
    <p:extLst>
      <p:ext uri="{BB962C8B-B14F-4D97-AF65-F5344CB8AC3E}">
        <p14:creationId xmlns:p14="http://schemas.microsoft.com/office/powerpoint/2010/main" val="21455349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FB9C6-D0E6-7CFE-1137-49CA0D450494}"/>
              </a:ext>
            </a:extLst>
          </p:cNvPr>
          <p:cNvSpPr>
            <a:spLocks noGrp="1"/>
          </p:cNvSpPr>
          <p:nvPr>
            <p:ph type="title"/>
          </p:nvPr>
        </p:nvSpPr>
        <p:spPr/>
        <p:txBody>
          <a:bodyPr/>
          <a:lstStyle/>
          <a:p>
            <a:r>
              <a:rPr lang="en-US"/>
              <a:t>Click to edit Master title style</a:t>
            </a:r>
            <a:endParaRPr lang="uk-UA"/>
          </a:p>
        </p:txBody>
      </p:sp>
      <p:sp>
        <p:nvSpPr>
          <p:cNvPr id="3" name="Content Placeholder 2">
            <a:extLst>
              <a:ext uri="{FF2B5EF4-FFF2-40B4-BE49-F238E27FC236}">
                <a16:creationId xmlns:a16="http://schemas.microsoft.com/office/drawing/2014/main" id="{1482040F-D193-5060-BB28-33704FDBD0D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4" name="Date Placeholder 3">
            <a:extLst>
              <a:ext uri="{FF2B5EF4-FFF2-40B4-BE49-F238E27FC236}">
                <a16:creationId xmlns:a16="http://schemas.microsoft.com/office/drawing/2014/main" id="{03D18A58-486A-8286-0B99-AE39327AAE4D}"/>
              </a:ext>
            </a:extLst>
          </p:cNvPr>
          <p:cNvSpPr>
            <a:spLocks noGrp="1"/>
          </p:cNvSpPr>
          <p:nvPr>
            <p:ph type="dt" sz="half" idx="10"/>
          </p:nvPr>
        </p:nvSpPr>
        <p:spPr/>
        <p:txBody>
          <a:bodyPr/>
          <a:lstStyle/>
          <a:p>
            <a:fld id="{AB8D8B44-2465-47C5-88A4-6046868F2577}" type="datetimeFigureOut">
              <a:rPr lang="uk-UA" smtClean="0"/>
              <a:t>26.04.2026</a:t>
            </a:fld>
            <a:endParaRPr lang="uk-UA"/>
          </a:p>
        </p:txBody>
      </p:sp>
      <p:sp>
        <p:nvSpPr>
          <p:cNvPr id="5" name="Footer Placeholder 4">
            <a:extLst>
              <a:ext uri="{FF2B5EF4-FFF2-40B4-BE49-F238E27FC236}">
                <a16:creationId xmlns:a16="http://schemas.microsoft.com/office/drawing/2014/main" id="{26911C49-3C46-E067-7973-F72513F30E25}"/>
              </a:ext>
            </a:extLst>
          </p:cNvPr>
          <p:cNvSpPr>
            <a:spLocks noGrp="1"/>
          </p:cNvSpPr>
          <p:nvPr>
            <p:ph type="ftr" sz="quarter" idx="11"/>
          </p:nvPr>
        </p:nvSpPr>
        <p:spPr/>
        <p:txBody>
          <a:bodyPr/>
          <a:lstStyle/>
          <a:p>
            <a:endParaRPr lang="uk-UA"/>
          </a:p>
        </p:txBody>
      </p:sp>
      <p:sp>
        <p:nvSpPr>
          <p:cNvPr id="6" name="Slide Number Placeholder 5">
            <a:extLst>
              <a:ext uri="{FF2B5EF4-FFF2-40B4-BE49-F238E27FC236}">
                <a16:creationId xmlns:a16="http://schemas.microsoft.com/office/drawing/2014/main" id="{18D2A0BA-1701-9FFA-86C8-7F37C2FC86D0}"/>
              </a:ext>
            </a:extLst>
          </p:cNvPr>
          <p:cNvSpPr>
            <a:spLocks noGrp="1"/>
          </p:cNvSpPr>
          <p:nvPr>
            <p:ph type="sldNum" sz="quarter" idx="12"/>
          </p:nvPr>
        </p:nvSpPr>
        <p:spPr/>
        <p:txBody>
          <a:bodyPr/>
          <a:lstStyle/>
          <a:p>
            <a:fld id="{8BAEA703-7FB9-4E19-A1E1-545F9340CD1F}" type="slidenum">
              <a:rPr lang="uk-UA" smtClean="0"/>
              <a:t>‹#›</a:t>
            </a:fld>
            <a:endParaRPr lang="uk-UA"/>
          </a:p>
        </p:txBody>
      </p:sp>
    </p:spTree>
    <p:extLst>
      <p:ext uri="{BB962C8B-B14F-4D97-AF65-F5344CB8AC3E}">
        <p14:creationId xmlns:p14="http://schemas.microsoft.com/office/powerpoint/2010/main" val="40794409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slide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57B37-640E-8A03-D1F2-0C38AC760E7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uk-UA"/>
          </a:p>
        </p:txBody>
      </p:sp>
      <p:sp>
        <p:nvSpPr>
          <p:cNvPr id="3" name="Subtitle 2">
            <a:extLst>
              <a:ext uri="{FF2B5EF4-FFF2-40B4-BE49-F238E27FC236}">
                <a16:creationId xmlns:a16="http://schemas.microsoft.com/office/drawing/2014/main" id="{18C38D58-4AFF-C204-8A3C-9AB0E741AB7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uk-UA"/>
          </a:p>
        </p:txBody>
      </p:sp>
      <p:sp>
        <p:nvSpPr>
          <p:cNvPr id="4" name="Date Placeholder 3">
            <a:extLst>
              <a:ext uri="{FF2B5EF4-FFF2-40B4-BE49-F238E27FC236}">
                <a16:creationId xmlns:a16="http://schemas.microsoft.com/office/drawing/2014/main" id="{A404CF9A-5B29-53E2-E604-C35BA889C0CC}"/>
              </a:ext>
            </a:extLst>
          </p:cNvPr>
          <p:cNvSpPr>
            <a:spLocks noGrp="1"/>
          </p:cNvSpPr>
          <p:nvPr>
            <p:ph type="dt" sz="half" idx="10"/>
          </p:nvPr>
        </p:nvSpPr>
        <p:spPr/>
        <p:txBody>
          <a:bodyPr/>
          <a:lstStyle/>
          <a:p>
            <a:fld id="{AB8D8B44-2465-47C5-88A4-6046868F2577}" type="datetimeFigureOut">
              <a:rPr lang="uk-UA" smtClean="0"/>
              <a:t>26.04.2026</a:t>
            </a:fld>
            <a:endParaRPr lang="uk-UA"/>
          </a:p>
        </p:txBody>
      </p:sp>
      <p:sp>
        <p:nvSpPr>
          <p:cNvPr id="5" name="Footer Placeholder 4">
            <a:extLst>
              <a:ext uri="{FF2B5EF4-FFF2-40B4-BE49-F238E27FC236}">
                <a16:creationId xmlns:a16="http://schemas.microsoft.com/office/drawing/2014/main" id="{473F63B3-D6A0-E11A-0453-1DC1AF100FA3}"/>
              </a:ext>
            </a:extLst>
          </p:cNvPr>
          <p:cNvSpPr>
            <a:spLocks noGrp="1"/>
          </p:cNvSpPr>
          <p:nvPr>
            <p:ph type="ftr" sz="quarter" idx="11"/>
          </p:nvPr>
        </p:nvSpPr>
        <p:spPr/>
        <p:txBody>
          <a:bodyPr/>
          <a:lstStyle/>
          <a:p>
            <a:endParaRPr lang="uk-UA"/>
          </a:p>
        </p:txBody>
      </p:sp>
      <p:sp>
        <p:nvSpPr>
          <p:cNvPr id="6" name="Slide Number Placeholder 5">
            <a:extLst>
              <a:ext uri="{FF2B5EF4-FFF2-40B4-BE49-F238E27FC236}">
                <a16:creationId xmlns:a16="http://schemas.microsoft.com/office/drawing/2014/main" id="{CC50B1A5-31C0-936F-CD90-6980EE8284A5}"/>
              </a:ext>
            </a:extLst>
          </p:cNvPr>
          <p:cNvSpPr>
            <a:spLocks noGrp="1"/>
          </p:cNvSpPr>
          <p:nvPr>
            <p:ph type="sldNum" sz="quarter" idx="12"/>
          </p:nvPr>
        </p:nvSpPr>
        <p:spPr/>
        <p:txBody>
          <a:bodyPr/>
          <a:lstStyle/>
          <a:p>
            <a:fld id="{8BAEA703-7FB9-4E19-A1E1-545F9340CD1F}" type="slidenum">
              <a:rPr lang="uk-UA" smtClean="0"/>
              <a:t>‹#›</a:t>
            </a:fld>
            <a:endParaRPr lang="uk-UA"/>
          </a:p>
        </p:txBody>
      </p:sp>
    </p:spTree>
    <p:extLst>
      <p:ext uri="{BB962C8B-B14F-4D97-AF65-F5344CB8AC3E}">
        <p14:creationId xmlns:p14="http://schemas.microsoft.com/office/powerpoint/2010/main" val="22649730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AC14F-923F-3374-C51B-E4E543F7090C}"/>
              </a:ext>
            </a:extLst>
          </p:cNvPr>
          <p:cNvSpPr>
            <a:spLocks noGrp="1"/>
          </p:cNvSpPr>
          <p:nvPr>
            <p:ph type="title"/>
          </p:nvPr>
        </p:nvSpPr>
        <p:spPr/>
        <p:txBody>
          <a:bodyPr/>
          <a:lstStyle/>
          <a:p>
            <a:r>
              <a:rPr lang="en-US"/>
              <a:t>Click to edit Master title style</a:t>
            </a:r>
            <a:endParaRPr lang="uk-UA"/>
          </a:p>
        </p:txBody>
      </p:sp>
      <p:sp>
        <p:nvSpPr>
          <p:cNvPr id="3" name="Date Placeholder 2">
            <a:extLst>
              <a:ext uri="{FF2B5EF4-FFF2-40B4-BE49-F238E27FC236}">
                <a16:creationId xmlns:a16="http://schemas.microsoft.com/office/drawing/2014/main" id="{C845B622-104B-309C-E667-CADCDE7F1978}"/>
              </a:ext>
            </a:extLst>
          </p:cNvPr>
          <p:cNvSpPr>
            <a:spLocks noGrp="1"/>
          </p:cNvSpPr>
          <p:nvPr>
            <p:ph type="dt" sz="half" idx="10"/>
          </p:nvPr>
        </p:nvSpPr>
        <p:spPr/>
        <p:txBody>
          <a:bodyPr/>
          <a:lstStyle/>
          <a:p>
            <a:fld id="{AB8D8B44-2465-47C5-88A4-6046868F2577}" type="datetimeFigureOut">
              <a:rPr lang="uk-UA" smtClean="0"/>
              <a:t>26.04.2026</a:t>
            </a:fld>
            <a:endParaRPr lang="uk-UA"/>
          </a:p>
        </p:txBody>
      </p:sp>
      <p:sp>
        <p:nvSpPr>
          <p:cNvPr id="4" name="Footer Placeholder 3">
            <a:extLst>
              <a:ext uri="{FF2B5EF4-FFF2-40B4-BE49-F238E27FC236}">
                <a16:creationId xmlns:a16="http://schemas.microsoft.com/office/drawing/2014/main" id="{2C6188B6-D9FA-E9CC-FC9A-3292CB9B1EAA}"/>
              </a:ext>
            </a:extLst>
          </p:cNvPr>
          <p:cNvSpPr>
            <a:spLocks noGrp="1"/>
          </p:cNvSpPr>
          <p:nvPr>
            <p:ph type="ftr" sz="quarter" idx="11"/>
          </p:nvPr>
        </p:nvSpPr>
        <p:spPr/>
        <p:txBody>
          <a:bodyPr/>
          <a:lstStyle/>
          <a:p>
            <a:endParaRPr lang="uk-UA"/>
          </a:p>
        </p:txBody>
      </p:sp>
      <p:sp>
        <p:nvSpPr>
          <p:cNvPr id="5" name="Slide Number Placeholder 4">
            <a:extLst>
              <a:ext uri="{FF2B5EF4-FFF2-40B4-BE49-F238E27FC236}">
                <a16:creationId xmlns:a16="http://schemas.microsoft.com/office/drawing/2014/main" id="{C327B92F-F163-814E-03EC-00A01EF497FE}"/>
              </a:ext>
            </a:extLst>
          </p:cNvPr>
          <p:cNvSpPr>
            <a:spLocks noGrp="1"/>
          </p:cNvSpPr>
          <p:nvPr>
            <p:ph type="sldNum" sz="quarter" idx="12"/>
          </p:nvPr>
        </p:nvSpPr>
        <p:spPr/>
        <p:txBody>
          <a:bodyPr/>
          <a:lstStyle/>
          <a:p>
            <a:fld id="{8BAEA703-7FB9-4E19-A1E1-545F9340CD1F}" type="slidenum">
              <a:rPr lang="uk-UA" smtClean="0"/>
              <a:t>‹#›</a:t>
            </a:fld>
            <a:endParaRPr lang="uk-UA"/>
          </a:p>
        </p:txBody>
      </p:sp>
    </p:spTree>
    <p:extLst>
      <p:ext uri="{BB962C8B-B14F-4D97-AF65-F5344CB8AC3E}">
        <p14:creationId xmlns:p14="http://schemas.microsoft.com/office/powerpoint/2010/main" val="89499882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9709ABE-0C3F-0B7C-BB86-23FD6FDBC24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uk-UA"/>
          </a:p>
        </p:txBody>
      </p:sp>
      <p:sp>
        <p:nvSpPr>
          <p:cNvPr id="3" name="Vertical Text Placeholder 2">
            <a:extLst>
              <a:ext uri="{FF2B5EF4-FFF2-40B4-BE49-F238E27FC236}">
                <a16:creationId xmlns:a16="http://schemas.microsoft.com/office/drawing/2014/main" id="{A1C491DC-99DB-913D-F944-B1480ED85EA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4" name="Date Placeholder 3">
            <a:extLst>
              <a:ext uri="{FF2B5EF4-FFF2-40B4-BE49-F238E27FC236}">
                <a16:creationId xmlns:a16="http://schemas.microsoft.com/office/drawing/2014/main" id="{9C4670BC-C638-E0BF-6465-43C8A2319EEA}"/>
              </a:ext>
            </a:extLst>
          </p:cNvPr>
          <p:cNvSpPr>
            <a:spLocks noGrp="1"/>
          </p:cNvSpPr>
          <p:nvPr>
            <p:ph type="dt" sz="half" idx="10"/>
          </p:nvPr>
        </p:nvSpPr>
        <p:spPr/>
        <p:txBody>
          <a:bodyPr/>
          <a:lstStyle/>
          <a:p>
            <a:fld id="{AB8D8B44-2465-47C5-88A4-6046868F2577}" type="datetimeFigureOut">
              <a:rPr lang="uk-UA" smtClean="0"/>
              <a:t>26.04.2026</a:t>
            </a:fld>
            <a:endParaRPr lang="uk-UA"/>
          </a:p>
        </p:txBody>
      </p:sp>
      <p:sp>
        <p:nvSpPr>
          <p:cNvPr id="5" name="Footer Placeholder 4">
            <a:extLst>
              <a:ext uri="{FF2B5EF4-FFF2-40B4-BE49-F238E27FC236}">
                <a16:creationId xmlns:a16="http://schemas.microsoft.com/office/drawing/2014/main" id="{38019DA5-DDEE-0169-B44A-A4104ED415B9}"/>
              </a:ext>
            </a:extLst>
          </p:cNvPr>
          <p:cNvSpPr>
            <a:spLocks noGrp="1"/>
          </p:cNvSpPr>
          <p:nvPr>
            <p:ph type="ftr" sz="quarter" idx="11"/>
          </p:nvPr>
        </p:nvSpPr>
        <p:spPr/>
        <p:txBody>
          <a:bodyPr/>
          <a:lstStyle/>
          <a:p>
            <a:endParaRPr lang="uk-UA"/>
          </a:p>
        </p:txBody>
      </p:sp>
      <p:sp>
        <p:nvSpPr>
          <p:cNvPr id="6" name="Slide Number Placeholder 5">
            <a:extLst>
              <a:ext uri="{FF2B5EF4-FFF2-40B4-BE49-F238E27FC236}">
                <a16:creationId xmlns:a16="http://schemas.microsoft.com/office/drawing/2014/main" id="{FFA424D4-CA04-5272-2A59-DB468E891389}"/>
              </a:ext>
            </a:extLst>
          </p:cNvPr>
          <p:cNvSpPr>
            <a:spLocks noGrp="1"/>
          </p:cNvSpPr>
          <p:nvPr>
            <p:ph type="sldNum" sz="quarter" idx="12"/>
          </p:nvPr>
        </p:nvSpPr>
        <p:spPr/>
        <p:txBody>
          <a:bodyPr/>
          <a:lstStyle/>
          <a:p>
            <a:fld id="{8BAEA703-7FB9-4E19-A1E1-545F9340CD1F}" type="slidenum">
              <a:rPr lang="uk-UA" smtClean="0"/>
              <a:t>‹#›</a:t>
            </a:fld>
            <a:endParaRPr lang="uk-UA"/>
          </a:p>
        </p:txBody>
      </p:sp>
    </p:spTree>
    <p:extLst>
      <p:ext uri="{BB962C8B-B14F-4D97-AF65-F5344CB8AC3E}">
        <p14:creationId xmlns:p14="http://schemas.microsoft.com/office/powerpoint/2010/main" val="4328367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CB827-5D83-ED08-4353-9FB05B779DEE}"/>
              </a:ext>
            </a:extLst>
          </p:cNvPr>
          <p:cNvSpPr>
            <a:spLocks noGrp="1"/>
          </p:cNvSpPr>
          <p:nvPr>
            <p:ph type="title"/>
          </p:nvPr>
        </p:nvSpPr>
        <p:spPr>
          <a:xfrm>
            <a:off x="839788" y="365125"/>
            <a:ext cx="10515600" cy="1325563"/>
          </a:xfrm>
        </p:spPr>
        <p:txBody>
          <a:bodyPr/>
          <a:lstStyle/>
          <a:p>
            <a:r>
              <a:rPr lang="en-US"/>
              <a:t>Click to edit Master title style</a:t>
            </a:r>
            <a:endParaRPr lang="uk-UA"/>
          </a:p>
        </p:txBody>
      </p:sp>
      <p:sp>
        <p:nvSpPr>
          <p:cNvPr id="3" name="Text Placeholder 2">
            <a:extLst>
              <a:ext uri="{FF2B5EF4-FFF2-40B4-BE49-F238E27FC236}">
                <a16:creationId xmlns:a16="http://schemas.microsoft.com/office/drawing/2014/main" id="{EFEF1E0E-A5DA-1CFD-DD00-F7E53D5A82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AFF8C52-26EB-CD5D-0BB0-C72B9447D10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5" name="Text Placeholder 4">
            <a:extLst>
              <a:ext uri="{FF2B5EF4-FFF2-40B4-BE49-F238E27FC236}">
                <a16:creationId xmlns:a16="http://schemas.microsoft.com/office/drawing/2014/main" id="{09039CF0-08C5-2E5A-0632-A6F2BCBF7A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119DBC0-9142-0B66-6E89-6C44637480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7" name="Date Placeholder 6">
            <a:extLst>
              <a:ext uri="{FF2B5EF4-FFF2-40B4-BE49-F238E27FC236}">
                <a16:creationId xmlns:a16="http://schemas.microsoft.com/office/drawing/2014/main" id="{AB414D97-F4B3-91F0-1CE5-57F0F70C5F3A}"/>
              </a:ext>
            </a:extLst>
          </p:cNvPr>
          <p:cNvSpPr>
            <a:spLocks noGrp="1"/>
          </p:cNvSpPr>
          <p:nvPr>
            <p:ph type="dt" sz="half" idx="10"/>
          </p:nvPr>
        </p:nvSpPr>
        <p:spPr/>
        <p:txBody>
          <a:bodyPr/>
          <a:lstStyle/>
          <a:p>
            <a:fld id="{AB8D8B44-2465-47C5-88A4-6046868F2577}" type="datetimeFigureOut">
              <a:rPr lang="uk-UA" smtClean="0"/>
              <a:t>26.04.2026</a:t>
            </a:fld>
            <a:endParaRPr lang="uk-UA"/>
          </a:p>
        </p:txBody>
      </p:sp>
      <p:sp>
        <p:nvSpPr>
          <p:cNvPr id="8" name="Footer Placeholder 7">
            <a:extLst>
              <a:ext uri="{FF2B5EF4-FFF2-40B4-BE49-F238E27FC236}">
                <a16:creationId xmlns:a16="http://schemas.microsoft.com/office/drawing/2014/main" id="{12C540D2-89EA-988C-F999-2CF945DD32FB}"/>
              </a:ext>
            </a:extLst>
          </p:cNvPr>
          <p:cNvSpPr>
            <a:spLocks noGrp="1"/>
          </p:cNvSpPr>
          <p:nvPr>
            <p:ph type="ftr" sz="quarter" idx="11"/>
          </p:nvPr>
        </p:nvSpPr>
        <p:spPr/>
        <p:txBody>
          <a:bodyPr/>
          <a:lstStyle/>
          <a:p>
            <a:endParaRPr lang="uk-UA"/>
          </a:p>
        </p:txBody>
      </p:sp>
      <p:sp>
        <p:nvSpPr>
          <p:cNvPr id="9" name="Slide Number Placeholder 8">
            <a:extLst>
              <a:ext uri="{FF2B5EF4-FFF2-40B4-BE49-F238E27FC236}">
                <a16:creationId xmlns:a16="http://schemas.microsoft.com/office/drawing/2014/main" id="{5CD83E9F-5F15-0A02-D23C-2C7CB8AAB2F1}"/>
              </a:ext>
            </a:extLst>
          </p:cNvPr>
          <p:cNvSpPr>
            <a:spLocks noGrp="1"/>
          </p:cNvSpPr>
          <p:nvPr>
            <p:ph type="sldNum" sz="quarter" idx="12"/>
          </p:nvPr>
        </p:nvSpPr>
        <p:spPr/>
        <p:txBody>
          <a:bodyPr/>
          <a:lstStyle/>
          <a:p>
            <a:fld id="{8BAEA703-7FB9-4E19-A1E1-545F9340CD1F}" type="slidenum">
              <a:rPr lang="uk-UA" smtClean="0"/>
              <a:t>‹#›</a:t>
            </a:fld>
            <a:endParaRPr lang="uk-UA"/>
          </a:p>
        </p:txBody>
      </p:sp>
    </p:spTree>
    <p:extLst>
      <p:ext uri="{BB962C8B-B14F-4D97-AF65-F5344CB8AC3E}">
        <p14:creationId xmlns:p14="http://schemas.microsoft.com/office/powerpoint/2010/main" val="154926683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5D0CC-1766-4286-761F-2FB6611E1639}"/>
              </a:ext>
            </a:extLst>
          </p:cNvPr>
          <p:cNvSpPr>
            <a:spLocks noGrp="1"/>
          </p:cNvSpPr>
          <p:nvPr>
            <p:ph type="title"/>
          </p:nvPr>
        </p:nvSpPr>
        <p:spPr/>
        <p:txBody>
          <a:bodyPr/>
          <a:lstStyle/>
          <a:p>
            <a:r>
              <a:rPr lang="en-US"/>
              <a:t>Click to edit Master title style</a:t>
            </a:r>
            <a:endParaRPr lang="uk-UA"/>
          </a:p>
        </p:txBody>
      </p:sp>
      <p:sp>
        <p:nvSpPr>
          <p:cNvPr id="3" name="Vertical Text Placeholder 2">
            <a:extLst>
              <a:ext uri="{FF2B5EF4-FFF2-40B4-BE49-F238E27FC236}">
                <a16:creationId xmlns:a16="http://schemas.microsoft.com/office/drawing/2014/main" id="{BA8C27FF-526C-5AA1-0C1C-400D0433772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4" name="Date Placeholder 3">
            <a:extLst>
              <a:ext uri="{FF2B5EF4-FFF2-40B4-BE49-F238E27FC236}">
                <a16:creationId xmlns:a16="http://schemas.microsoft.com/office/drawing/2014/main" id="{A2073FDD-A084-46FE-6402-DA879ECE739D}"/>
              </a:ext>
            </a:extLst>
          </p:cNvPr>
          <p:cNvSpPr>
            <a:spLocks noGrp="1"/>
          </p:cNvSpPr>
          <p:nvPr>
            <p:ph type="dt" sz="half" idx="10"/>
          </p:nvPr>
        </p:nvSpPr>
        <p:spPr/>
        <p:txBody>
          <a:bodyPr/>
          <a:lstStyle/>
          <a:p>
            <a:fld id="{AB8D8B44-2465-47C5-88A4-6046868F2577}" type="datetimeFigureOut">
              <a:rPr lang="uk-UA" smtClean="0"/>
              <a:t>26.04.2026</a:t>
            </a:fld>
            <a:endParaRPr lang="uk-UA"/>
          </a:p>
        </p:txBody>
      </p:sp>
      <p:sp>
        <p:nvSpPr>
          <p:cNvPr id="5" name="Footer Placeholder 4">
            <a:extLst>
              <a:ext uri="{FF2B5EF4-FFF2-40B4-BE49-F238E27FC236}">
                <a16:creationId xmlns:a16="http://schemas.microsoft.com/office/drawing/2014/main" id="{1D0C029E-101E-D3BF-B01C-B2829BDF6FCA}"/>
              </a:ext>
            </a:extLst>
          </p:cNvPr>
          <p:cNvSpPr>
            <a:spLocks noGrp="1"/>
          </p:cNvSpPr>
          <p:nvPr>
            <p:ph type="ftr" sz="quarter" idx="11"/>
          </p:nvPr>
        </p:nvSpPr>
        <p:spPr/>
        <p:txBody>
          <a:bodyPr/>
          <a:lstStyle/>
          <a:p>
            <a:endParaRPr lang="uk-UA"/>
          </a:p>
        </p:txBody>
      </p:sp>
      <p:sp>
        <p:nvSpPr>
          <p:cNvPr id="6" name="Slide Number Placeholder 5">
            <a:extLst>
              <a:ext uri="{FF2B5EF4-FFF2-40B4-BE49-F238E27FC236}">
                <a16:creationId xmlns:a16="http://schemas.microsoft.com/office/drawing/2014/main" id="{A1512AAF-B3C9-735F-42D8-B53B9626D8BC}"/>
              </a:ext>
            </a:extLst>
          </p:cNvPr>
          <p:cNvSpPr>
            <a:spLocks noGrp="1"/>
          </p:cNvSpPr>
          <p:nvPr>
            <p:ph type="sldNum" sz="quarter" idx="12"/>
          </p:nvPr>
        </p:nvSpPr>
        <p:spPr/>
        <p:txBody>
          <a:bodyPr/>
          <a:lstStyle/>
          <a:p>
            <a:fld id="{8BAEA703-7FB9-4E19-A1E1-545F9340CD1F}" type="slidenum">
              <a:rPr lang="uk-UA" smtClean="0"/>
              <a:t>‹#›</a:t>
            </a:fld>
            <a:endParaRPr lang="uk-UA"/>
          </a:p>
        </p:txBody>
      </p:sp>
    </p:spTree>
    <p:extLst>
      <p:ext uri="{BB962C8B-B14F-4D97-AF65-F5344CB8AC3E}">
        <p14:creationId xmlns:p14="http://schemas.microsoft.com/office/powerpoint/2010/main" val="201854524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25B0E-8404-EA28-76B6-A82528304FEC}"/>
              </a:ext>
            </a:extLst>
          </p:cNvPr>
          <p:cNvSpPr>
            <a:spLocks noGrp="1"/>
          </p:cNvSpPr>
          <p:nvPr>
            <p:ph type="title"/>
          </p:nvPr>
        </p:nvSpPr>
        <p:spPr/>
        <p:txBody>
          <a:bodyPr/>
          <a:lstStyle/>
          <a:p>
            <a:r>
              <a:rPr lang="en-US"/>
              <a:t>Click to edit Master title style</a:t>
            </a:r>
            <a:endParaRPr lang="uk-UA"/>
          </a:p>
        </p:txBody>
      </p:sp>
      <p:sp>
        <p:nvSpPr>
          <p:cNvPr id="3" name="Content Placeholder 2">
            <a:extLst>
              <a:ext uri="{FF2B5EF4-FFF2-40B4-BE49-F238E27FC236}">
                <a16:creationId xmlns:a16="http://schemas.microsoft.com/office/drawing/2014/main" id="{BED12CF6-AE07-D9D6-2A1C-BC99287BD63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4" name="Content Placeholder 3">
            <a:extLst>
              <a:ext uri="{FF2B5EF4-FFF2-40B4-BE49-F238E27FC236}">
                <a16:creationId xmlns:a16="http://schemas.microsoft.com/office/drawing/2014/main" id="{912A16C1-2074-7432-A8AF-4E431D94662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5" name="Date Placeholder 4">
            <a:extLst>
              <a:ext uri="{FF2B5EF4-FFF2-40B4-BE49-F238E27FC236}">
                <a16:creationId xmlns:a16="http://schemas.microsoft.com/office/drawing/2014/main" id="{8E55FAA9-6498-6009-8D9B-74C011178940}"/>
              </a:ext>
            </a:extLst>
          </p:cNvPr>
          <p:cNvSpPr>
            <a:spLocks noGrp="1"/>
          </p:cNvSpPr>
          <p:nvPr>
            <p:ph type="dt" sz="half" idx="10"/>
          </p:nvPr>
        </p:nvSpPr>
        <p:spPr/>
        <p:txBody>
          <a:bodyPr/>
          <a:lstStyle/>
          <a:p>
            <a:fld id="{AB8D8B44-2465-47C5-88A4-6046868F2577}" type="datetimeFigureOut">
              <a:rPr lang="uk-UA" smtClean="0"/>
              <a:t>26.04.2026</a:t>
            </a:fld>
            <a:endParaRPr lang="uk-UA"/>
          </a:p>
        </p:txBody>
      </p:sp>
      <p:sp>
        <p:nvSpPr>
          <p:cNvPr id="6" name="Footer Placeholder 5">
            <a:extLst>
              <a:ext uri="{FF2B5EF4-FFF2-40B4-BE49-F238E27FC236}">
                <a16:creationId xmlns:a16="http://schemas.microsoft.com/office/drawing/2014/main" id="{720B5A0E-C33E-E4E9-A98A-0954A3E08847}"/>
              </a:ext>
            </a:extLst>
          </p:cNvPr>
          <p:cNvSpPr>
            <a:spLocks noGrp="1"/>
          </p:cNvSpPr>
          <p:nvPr>
            <p:ph type="ftr" sz="quarter" idx="11"/>
          </p:nvPr>
        </p:nvSpPr>
        <p:spPr/>
        <p:txBody>
          <a:bodyPr/>
          <a:lstStyle/>
          <a:p>
            <a:endParaRPr lang="uk-UA"/>
          </a:p>
        </p:txBody>
      </p:sp>
      <p:sp>
        <p:nvSpPr>
          <p:cNvPr id="7" name="Slide Number Placeholder 6">
            <a:extLst>
              <a:ext uri="{FF2B5EF4-FFF2-40B4-BE49-F238E27FC236}">
                <a16:creationId xmlns:a16="http://schemas.microsoft.com/office/drawing/2014/main" id="{04A53F45-4770-B966-FFE8-E746A2EAA76B}"/>
              </a:ext>
            </a:extLst>
          </p:cNvPr>
          <p:cNvSpPr>
            <a:spLocks noGrp="1"/>
          </p:cNvSpPr>
          <p:nvPr>
            <p:ph type="sldNum" sz="quarter" idx="12"/>
          </p:nvPr>
        </p:nvSpPr>
        <p:spPr/>
        <p:txBody>
          <a:bodyPr/>
          <a:lstStyle/>
          <a:p>
            <a:fld id="{8BAEA703-7FB9-4E19-A1E1-545F9340CD1F}" type="slidenum">
              <a:rPr lang="uk-UA" smtClean="0"/>
              <a:t>‹#›</a:t>
            </a:fld>
            <a:endParaRPr lang="uk-UA"/>
          </a:p>
        </p:txBody>
      </p:sp>
    </p:spTree>
    <p:extLst>
      <p:ext uri="{BB962C8B-B14F-4D97-AF65-F5344CB8AC3E}">
        <p14:creationId xmlns:p14="http://schemas.microsoft.com/office/powerpoint/2010/main" val="27841433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6E772-9B5A-A0B8-273C-B05F29BA4E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uk-UA"/>
          </a:p>
        </p:txBody>
      </p:sp>
      <p:sp>
        <p:nvSpPr>
          <p:cNvPr id="3" name="Picture Placeholder 2">
            <a:extLst>
              <a:ext uri="{FF2B5EF4-FFF2-40B4-BE49-F238E27FC236}">
                <a16:creationId xmlns:a16="http://schemas.microsoft.com/office/drawing/2014/main" id="{508002DF-3EC1-D32E-A4E8-D60D8E54FA1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uk-UA"/>
          </a:p>
        </p:txBody>
      </p:sp>
      <p:sp>
        <p:nvSpPr>
          <p:cNvPr id="4" name="Text Placeholder 3">
            <a:extLst>
              <a:ext uri="{FF2B5EF4-FFF2-40B4-BE49-F238E27FC236}">
                <a16:creationId xmlns:a16="http://schemas.microsoft.com/office/drawing/2014/main" id="{1FD58F46-DF55-58B8-14E9-3FBAF65482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66399F-8786-A604-A1E2-E3851167B65E}"/>
              </a:ext>
            </a:extLst>
          </p:cNvPr>
          <p:cNvSpPr>
            <a:spLocks noGrp="1"/>
          </p:cNvSpPr>
          <p:nvPr>
            <p:ph type="dt" sz="half" idx="10"/>
          </p:nvPr>
        </p:nvSpPr>
        <p:spPr/>
        <p:txBody>
          <a:bodyPr/>
          <a:lstStyle/>
          <a:p>
            <a:fld id="{AB8D8B44-2465-47C5-88A4-6046868F2577}" type="datetimeFigureOut">
              <a:rPr lang="uk-UA" smtClean="0"/>
              <a:t>26.04.2026</a:t>
            </a:fld>
            <a:endParaRPr lang="uk-UA"/>
          </a:p>
        </p:txBody>
      </p:sp>
      <p:sp>
        <p:nvSpPr>
          <p:cNvPr id="6" name="Footer Placeholder 5">
            <a:extLst>
              <a:ext uri="{FF2B5EF4-FFF2-40B4-BE49-F238E27FC236}">
                <a16:creationId xmlns:a16="http://schemas.microsoft.com/office/drawing/2014/main" id="{E7971044-1B9F-A07B-8EA2-5FF586C62C15}"/>
              </a:ext>
            </a:extLst>
          </p:cNvPr>
          <p:cNvSpPr>
            <a:spLocks noGrp="1"/>
          </p:cNvSpPr>
          <p:nvPr>
            <p:ph type="ftr" sz="quarter" idx="11"/>
          </p:nvPr>
        </p:nvSpPr>
        <p:spPr/>
        <p:txBody>
          <a:bodyPr/>
          <a:lstStyle/>
          <a:p>
            <a:endParaRPr lang="uk-UA"/>
          </a:p>
        </p:txBody>
      </p:sp>
      <p:sp>
        <p:nvSpPr>
          <p:cNvPr id="7" name="Slide Number Placeholder 6">
            <a:extLst>
              <a:ext uri="{FF2B5EF4-FFF2-40B4-BE49-F238E27FC236}">
                <a16:creationId xmlns:a16="http://schemas.microsoft.com/office/drawing/2014/main" id="{30FFEA4F-9B10-051C-49FA-4C34A22EFB94}"/>
              </a:ext>
            </a:extLst>
          </p:cNvPr>
          <p:cNvSpPr>
            <a:spLocks noGrp="1"/>
          </p:cNvSpPr>
          <p:nvPr>
            <p:ph type="sldNum" sz="quarter" idx="12"/>
          </p:nvPr>
        </p:nvSpPr>
        <p:spPr/>
        <p:txBody>
          <a:bodyPr/>
          <a:lstStyle/>
          <a:p>
            <a:fld id="{8BAEA703-7FB9-4E19-A1E1-545F9340CD1F}" type="slidenum">
              <a:rPr lang="uk-UA" smtClean="0"/>
              <a:t>‹#›</a:t>
            </a:fld>
            <a:endParaRPr lang="uk-UA"/>
          </a:p>
        </p:txBody>
      </p:sp>
    </p:spTree>
    <p:extLst>
      <p:ext uri="{BB962C8B-B14F-4D97-AF65-F5344CB8AC3E}">
        <p14:creationId xmlns:p14="http://schemas.microsoft.com/office/powerpoint/2010/main" val="7361050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3" Type="http://schemas.openxmlformats.org/officeDocument/2006/relationships/slideLayout" Target="../slideLayouts/slideLayout13.xml"/><Relationship Id="rId7" Type="http://schemas.openxmlformats.org/officeDocument/2006/relationships/slideLayout" Target="../slideLayouts/slideLayout14.xml"/><Relationship Id="rId12" Type="http://schemas.openxmlformats.org/officeDocument/2006/relationships/theme" Target="../theme/theme4.xml"/><Relationship Id="rId2" Type="http://schemas.openxmlformats.org/officeDocument/2006/relationships/slideLayout" Target="../slideLayouts/slideLayout15.xml"/><Relationship Id="rId1" Type="http://schemas.openxmlformats.org/officeDocument/2006/relationships/slideLayout" Target="../slideLayouts/slideLayout16.xml"/><Relationship Id="rId6" Type="http://schemas.openxmlformats.org/officeDocument/2006/relationships/slideLayout" Target="../slideLayouts/slideLayout17.xml"/><Relationship Id="rId11" Type="http://schemas.openxmlformats.org/officeDocument/2006/relationships/slideLayout" Target="../slideLayouts/slideLayout18.xml"/><Relationship Id="rId5" Type="http://schemas.openxmlformats.org/officeDocument/2006/relationships/slideLayout" Target="../slideLayouts/slideLayout19.xml"/><Relationship Id="rId10" Type="http://schemas.openxmlformats.org/officeDocument/2006/relationships/slideLayout" Target="../slideLayouts/slideLayout20.xml"/><Relationship Id="rId4" Type="http://schemas.openxmlformats.org/officeDocument/2006/relationships/slideLayout" Target="../slideLayouts/slideLayout21.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5302483-3C12-53F0-946E-D13DDECD78C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uk-UA"/>
          </a:p>
        </p:txBody>
      </p:sp>
      <p:sp>
        <p:nvSpPr>
          <p:cNvPr id="3" name="Text Placeholder 2">
            <a:extLst>
              <a:ext uri="{FF2B5EF4-FFF2-40B4-BE49-F238E27FC236}">
                <a16:creationId xmlns:a16="http://schemas.microsoft.com/office/drawing/2014/main" id="{BB23A1C9-9327-9878-F0C5-92AD6CBD6A7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4" name="Date Placeholder 3">
            <a:extLst>
              <a:ext uri="{FF2B5EF4-FFF2-40B4-BE49-F238E27FC236}">
                <a16:creationId xmlns:a16="http://schemas.microsoft.com/office/drawing/2014/main" id="{26A5D213-1F0C-7710-D720-91F2146830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BB1AD5-4E1C-436F-ACEA-4A7A6CCA29A8}" type="datetimeFigureOut">
              <a:rPr lang="uk-UA" smtClean="0"/>
              <a:t>18.04.2026</a:t>
            </a:fld>
            <a:endParaRPr lang="uk-UA"/>
          </a:p>
        </p:txBody>
      </p:sp>
      <p:sp>
        <p:nvSpPr>
          <p:cNvPr id="5" name="Footer Placeholder 4">
            <a:extLst>
              <a:ext uri="{FF2B5EF4-FFF2-40B4-BE49-F238E27FC236}">
                <a16:creationId xmlns:a16="http://schemas.microsoft.com/office/drawing/2014/main" id="{3FBB6DFF-831F-8CDF-CD21-2A6226C0650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uk-UA"/>
          </a:p>
        </p:txBody>
      </p:sp>
      <p:sp>
        <p:nvSpPr>
          <p:cNvPr id="6" name="Slide Number Placeholder 5">
            <a:extLst>
              <a:ext uri="{FF2B5EF4-FFF2-40B4-BE49-F238E27FC236}">
                <a16:creationId xmlns:a16="http://schemas.microsoft.com/office/drawing/2014/main" id="{46DFFEBC-E307-DF1E-2F5D-C30C58D200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84B601-9E65-44F8-B197-C481F5E900E2}" type="slidenum">
              <a:rPr lang="uk-UA" smtClean="0"/>
              <a:t>‹#›</a:t>
            </a:fld>
            <a:endParaRPr lang="uk-UA"/>
          </a:p>
        </p:txBody>
      </p:sp>
    </p:spTree>
    <p:extLst>
      <p:ext uri="{BB962C8B-B14F-4D97-AF65-F5344CB8AC3E}">
        <p14:creationId xmlns:p14="http://schemas.microsoft.com/office/powerpoint/2010/main" val="23123848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9ED4C0-8A7F-B0F5-5836-F1F72223C37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uk-UA"/>
          </a:p>
        </p:txBody>
      </p:sp>
      <p:sp>
        <p:nvSpPr>
          <p:cNvPr id="3" name="Text Placeholder 2">
            <a:extLst>
              <a:ext uri="{FF2B5EF4-FFF2-40B4-BE49-F238E27FC236}">
                <a16:creationId xmlns:a16="http://schemas.microsoft.com/office/drawing/2014/main" id="{C2D790B7-F11B-7ADB-809F-3F9F3D1E1FE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4" name="Date Placeholder 3">
            <a:extLst>
              <a:ext uri="{FF2B5EF4-FFF2-40B4-BE49-F238E27FC236}">
                <a16:creationId xmlns:a16="http://schemas.microsoft.com/office/drawing/2014/main" id="{B06964F4-3058-684B-9AED-99206EB0424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8D8B44-2465-47C5-88A4-6046868F2577}" type="datetimeFigureOut">
              <a:rPr lang="uk-UA" smtClean="0"/>
              <a:t>26.04.2026</a:t>
            </a:fld>
            <a:endParaRPr lang="uk-UA"/>
          </a:p>
        </p:txBody>
      </p:sp>
      <p:sp>
        <p:nvSpPr>
          <p:cNvPr id="5" name="Footer Placeholder 4">
            <a:extLst>
              <a:ext uri="{FF2B5EF4-FFF2-40B4-BE49-F238E27FC236}">
                <a16:creationId xmlns:a16="http://schemas.microsoft.com/office/drawing/2014/main" id="{859925F4-B76F-66D0-2550-B917B466B0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uk-UA"/>
          </a:p>
        </p:txBody>
      </p:sp>
      <p:sp>
        <p:nvSpPr>
          <p:cNvPr id="6" name="Slide Number Placeholder 5">
            <a:extLst>
              <a:ext uri="{FF2B5EF4-FFF2-40B4-BE49-F238E27FC236}">
                <a16:creationId xmlns:a16="http://schemas.microsoft.com/office/drawing/2014/main" id="{A759CBAD-39F0-644A-7EF4-4461ADEBA7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BAEA703-7FB9-4E19-A1E1-545F9340CD1F}" type="slidenum">
              <a:rPr lang="uk-UA" smtClean="0"/>
              <a:t>‹#›</a:t>
            </a:fld>
            <a:endParaRPr lang="uk-UA"/>
          </a:p>
        </p:txBody>
      </p:sp>
    </p:spTree>
    <p:extLst>
      <p:ext uri="{BB962C8B-B14F-4D97-AF65-F5344CB8AC3E}">
        <p14:creationId xmlns:p14="http://schemas.microsoft.com/office/powerpoint/2010/main" val="5581227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hyperlink" Target="https://pixabay.com/en/bearded-dragon-australia-lizard-1302306/" TargetMode="External"/><Relationship Id="rId2" Type="http://schemas.openxmlformats.org/officeDocument/2006/relationships/image" Target="../media/image1.jpg"/><Relationship Id="rId1" Type="http://schemas.openxmlformats.org/officeDocument/2006/relationships/slideLayout" Target="../slideLayouts/slideLayout22.xml"/><Relationship Id="rId4-created" Type="http://schemas.openxmlformats.org/officeDocument/2006/relationships/image" Target="../media/media1.jpg"/><Relationship Id="rId5-created" Type="http://schemas.openxmlformats.org/officeDocument/2006/relationships/image" Target="../media/pexels-photo-8294606.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7DE28E9-06ED-347F-5643-E1D266E6DA8C}"/>
              </a:ext>
            </a:extLst>
          </p:cNvPr>
          <p:cNvSpPr>
            <a:spLocks noGrp="1"/>
          </p:cNvSpPr>
          <p:nvPr>
            <p:ph type="ctrTitle"/>
          </p:nvPr>
        </p:nvSpPr>
        <p:spPr/>
        <p:txBody>
          <a:bodyPr/>
          <a:lstStyle/>
          <a:p>
            <a:r>
              <a:rPr lang="en-US" dirty="0"/>
              <a:t>The Future of AI</a:t>
            </a:r>
            <a:endParaRPr lang="uk-UA" dirty="0"/>
          </a:p>
        </p:txBody>
      </p:sp>
      <p:sp>
        <p:nvSpPr>
          <p:cNvPr id="3" name="Subtitle">
            <a:extLst>
              <a:ext uri="{FF2B5EF4-FFF2-40B4-BE49-F238E27FC236}">
                <a16:creationId xmlns:a16="http://schemas.microsoft.com/office/drawing/2014/main" id="{24B85F5A-63D2-1073-02A8-1584F895699B}"/>
              </a:ext>
            </a:extLst>
          </p:cNvPr>
          <p:cNvSpPr>
            <a:spLocks noGrp="1"/>
          </p:cNvSpPr>
          <p:nvPr>
            <p:ph type="subTitle" idx="1"/>
          </p:nvPr>
        </p:nvSpPr>
        <p:spPr/>
        <p:txBody>
          <a:bodyPr/>
          <a:lstStyle/>
          <a:p>
            <a:r>
              <a:rPr lang="en-US"/>
              <a:t>Exploring Innovations and Impacts</a:t>
            </a:r>
            <a:endParaRPr lang="uk-UA" dirty="0"/>
          </a:p>
        </p:txBody>
      </p:sp>
    </p:spTree>
    <p:extLst>
      <p:ext uri="{BB962C8B-B14F-4D97-AF65-F5344CB8AC3E}">
        <p14:creationId xmlns:p14="http://schemas.microsoft.com/office/powerpoint/2010/main" val="21100345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913D3080-3223-C810-60A5-9A64E8FA58D8}"/>
              </a:ext>
            </a:extLst>
          </p:cNvPr>
          <p:cNvSpPr>
            <a:spLocks noGrp="1"/>
          </p:cNvSpPr>
          <p:nvPr>
            <p:ph type="title"/>
          </p:nvPr>
        </p:nvSpPr>
        <p:spPr/>
        <p:txBody>
          <a:bodyPr/>
          <a:lstStyle/>
          <a:p>
            <a:r>
              <a:rPr lang="en-US" dirty="0"/>
              <a:t>Current Trends in AI</a:t>
            </a:r>
            <a:endParaRPr lang="uk-UA" dirty="0"/>
          </a:p>
        </p:txBody>
      </p:sp>
      <p:sp>
        <p:nvSpPr>
          <p:cNvPr id="6" name="Content Placeholder">
            <a:extLst>
              <a:ext uri="{FF2B5EF4-FFF2-40B4-BE49-F238E27FC236}">
                <a16:creationId xmlns:a16="http://schemas.microsoft.com/office/drawing/2014/main" id="{C0601909-805D-3C4D-31B6-C0D6516663B0}"/>
              </a:ext>
            </a:extLst>
          </p:cNvPr>
          <p:cNvSpPr>
            <a:spLocks noGrp="1"/>
          </p:cNvSpPr>
          <p:nvPr>
            <p:ph idx="1"/>
          </p:nvPr>
        </p:nvSpPr>
        <p:spPr/>
        <p:txBody>
          <a:bodyPr/>
          <a:lstStyle/>
          <a:p>
            <a:pPr marL="0" indent="0">
              <a:buNone/>
            </a:pPr>
            <a:r>
              <a:rPr lang="en-US" dirty="0"/>
              <a:t>Artificial Intelligence is rapidly evolving with advancements in machine learning, natural language processing, and robotics. These technologies are becoming increasingly integrated into various industries including healthcare, finance, and transportation.</a:t>
            </a:r>
            <a:endParaRPr lang="uk-UA" dirty="0"/>
          </a:p>
        </p:txBody>
      </p:sp>
    </p:spTree>
    <p:extLst>
      <p:ext uri="{BB962C8B-B14F-4D97-AF65-F5344CB8AC3E}">
        <p14:creationId xmlns:p14="http://schemas.microsoft.com/office/powerpoint/2010/main" val="39136064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04CE6256-CFDD-CA35-FE40-F4745EFD7EAC}"/>
              </a:ext>
            </a:extLst>
          </p:cNvPr>
          <p:cNvSpPr>
            <a:spLocks noGrp="1"/>
          </p:cNvSpPr>
          <p:nvPr>
            <p:ph type="title"/>
          </p:nvPr>
        </p:nvSpPr>
        <p:spPr/>
        <p:txBody>
          <a:bodyPr/>
          <a:lstStyle/>
          <a:p>
            <a:r>
              <a:rPr lang="en-US" dirty="0"/>
              <a:t>AI in Robotics</a:t>
            </a:r>
            <a:endParaRPr lang="uk-UA" dirty="0"/>
          </a:p>
        </p:txBody>
      </p:sp>
      <p:sp>
        <p:nvSpPr>
          <p:cNvPr id="6" name="Text Placeholder">
            <a:extLst>
              <a:ext uri="{FF2B5EF4-FFF2-40B4-BE49-F238E27FC236}">
                <a16:creationId xmlns:a16="http://schemas.microsoft.com/office/drawing/2014/main" id="{668E1E5B-6B68-FCF0-89D2-7A6CA0AACC49}"/>
              </a:ext>
            </a:extLst>
          </p:cNvPr>
          <p:cNvSpPr>
            <a:spLocks noGrp="1"/>
          </p:cNvSpPr>
          <p:nvPr>
            <p:ph type="body" sz="half" idx="2"/>
          </p:nvPr>
        </p:nvSpPr>
        <p:spPr/>
        <p:txBody>
          <a:bodyPr/>
          <a:lstStyle/>
          <a:p>
            <a:r>
              <a:rPr lang="en-US" dirty="0"/>
              <a:t>Robots powered by AI are transforming manufacturing and service sectors by improving efficiency and precision.</a:t>
            </a:r>
            <a:endParaRPr lang="uk-UA" dirty="0"/>
          </a:p>
        </p:txBody>
      </p:sp>
      <p:pic>
        <p:nvPicPr>
          <p:cNvPr id="12" name="Picture Placeholder">
            <a:extLst>
              <a:ext uri="{FF2B5EF4-FFF2-40B4-BE49-F238E27FC236}">
                <a16:creationId xmlns:a16="http://schemas.microsoft.com/office/drawing/2014/main" id="{394A15C3-A336-DDD0-A9D0-EEC0FA994281}"/>
              </a:ext>
            </a:extLst>
          </p:cNvPr>
          <p:cNvPicPr>
            <a:picLocks noGrp="1" noChangeAspect="1"/>
          </p:cNvPicPr>
          <p:nvPr>
            <p:ph type="pic" idx="1"/>
          </p:nvPr>
        </p:nvPicPr>
        <p:blipFill>
          <a:blip r:embed="rId5-created">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186" r="1186"/>
          <a:stretch>
            <a:fillRect/>
          </a:stretch>
        </p:blipFill>
        <p:spPr/>
      </p:pic>
    </p:spTree>
    <p:extLst>
      <p:ext uri="{BB962C8B-B14F-4D97-AF65-F5344CB8AC3E}">
        <p14:creationId xmlns:p14="http://schemas.microsoft.com/office/powerpoint/2010/main" val="34686828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613F0466-E58A-33FB-86FB-B27EFDED58A8}"/>
              </a:ext>
            </a:extLst>
          </p:cNvPr>
          <p:cNvSpPr>
            <a:spLocks noGrp="1"/>
          </p:cNvSpPr>
          <p:nvPr>
            <p:ph type="title"/>
          </p:nvPr>
        </p:nvSpPr>
        <p:spPr/>
        <p:txBody>
          <a:bodyPr/>
          <a:lstStyle/>
          <a:p>
            <a:r>
              <a:rPr lang="en-US" dirty="0"/>
              <a:t>AI Benefits vs. Challenges</a:t>
            </a:r>
            <a:endParaRPr lang="uk-UA" dirty="0"/>
          </a:p>
        </p:txBody>
      </p:sp>
      <p:sp>
        <p:nvSpPr>
          <p:cNvPr id="6" name="First Text Placeholder">
            <a:extLst>
              <a:ext uri="{FF2B5EF4-FFF2-40B4-BE49-F238E27FC236}">
                <a16:creationId xmlns:a16="http://schemas.microsoft.com/office/drawing/2014/main" id="{8D67F4F1-53FF-7554-922A-9060CD0737D4}"/>
              </a:ext>
            </a:extLst>
          </p:cNvPr>
          <p:cNvSpPr>
            <a:spLocks noGrp="1"/>
          </p:cNvSpPr>
          <p:nvPr>
            <p:ph type="body" idx="1"/>
          </p:nvPr>
        </p:nvSpPr>
        <p:spPr/>
        <p:txBody>
          <a:bodyPr>
            <a:normAutofit/>
          </a:bodyPr>
          <a:lstStyle/>
          <a:p>
            <a:r>
              <a:rPr lang="en-US" dirty="0"/>
              <a:t>Benefits</a:t>
            </a:r>
            <a:endParaRPr lang="uk-UA" dirty="0"/>
          </a:p>
        </p:txBody>
      </p:sp>
      <p:sp>
        <p:nvSpPr>
          <p:cNvPr id="7" name="First Content Placeholder">
            <a:extLst>
              <a:ext uri="{FF2B5EF4-FFF2-40B4-BE49-F238E27FC236}">
                <a16:creationId xmlns:a16="http://schemas.microsoft.com/office/drawing/2014/main" id="{0EFCD536-BD8D-1FF9-8D51-E6B5DDF43E33}"/>
              </a:ext>
            </a:extLst>
          </p:cNvPr>
          <p:cNvSpPr>
            <a:spLocks noGrp="1"/>
          </p:cNvSpPr>
          <p:nvPr>
            <p:ph sz="half" idx="2"/>
          </p:nvPr>
        </p:nvSpPr>
        <p:spPr/>
        <p:txBody>
          <a:bodyPr/>
          <a:lstStyle/>
          <a:p>
            <a:pPr marL="0" indent="0">
              <a:buNone/>
            </a:pPr>
            <a:r>
              <a:rPr lang="en-US" dirty="0"/>
              <a:t>Increased productivity, Improved decision-making, Enhanced user experiences</a:t>
            </a:r>
            <a:endParaRPr lang="uk-UA" dirty="0"/>
          </a:p>
        </p:txBody>
      </p:sp>
      <p:sp>
        <p:nvSpPr>
          <p:cNvPr id="8" name="Second Text Placeholder">
            <a:extLst>
              <a:ext uri="{FF2B5EF4-FFF2-40B4-BE49-F238E27FC236}">
                <a16:creationId xmlns:a16="http://schemas.microsoft.com/office/drawing/2014/main" id="{99A6F8AB-7533-3D96-EB83-FDD930BF3EAA}"/>
              </a:ext>
            </a:extLst>
          </p:cNvPr>
          <p:cNvSpPr>
            <a:spLocks noGrp="1"/>
          </p:cNvSpPr>
          <p:nvPr>
            <p:ph type="body" sz="quarter" idx="3"/>
          </p:nvPr>
        </p:nvSpPr>
        <p:spPr/>
        <p:txBody>
          <a:bodyPr>
            <a:normAutofit/>
          </a:bodyPr>
          <a:lstStyle/>
          <a:p>
            <a:r>
              <a:rPr lang="en-US" dirty="0"/>
              <a:t>Challenges</a:t>
            </a:r>
            <a:endParaRPr lang="uk-UA" dirty="0"/>
          </a:p>
        </p:txBody>
      </p:sp>
      <p:sp>
        <p:nvSpPr>
          <p:cNvPr id="9" name="Second Content Placeholder">
            <a:extLst>
              <a:ext uri="{FF2B5EF4-FFF2-40B4-BE49-F238E27FC236}">
                <a16:creationId xmlns:a16="http://schemas.microsoft.com/office/drawing/2014/main" id="{8E601447-197C-1D1C-FF55-3E9C18689FDD}"/>
              </a:ext>
            </a:extLst>
          </p:cNvPr>
          <p:cNvSpPr>
            <a:spLocks noGrp="1"/>
          </p:cNvSpPr>
          <p:nvPr>
            <p:ph sz="quarter" idx="4"/>
          </p:nvPr>
        </p:nvSpPr>
        <p:spPr/>
        <p:txBody>
          <a:bodyPr/>
          <a:lstStyle/>
          <a:p>
            <a:pPr marL="0" indent="0">
              <a:buNone/>
            </a:pPr>
            <a:r>
              <a:rPr lang="en-US" dirty="0"/>
              <a:t>Ethical concerns, Data privacy issues, Job displacement risks</a:t>
            </a:r>
            <a:endParaRPr lang="uk-UA" dirty="0"/>
          </a:p>
        </p:txBody>
      </p:sp>
    </p:spTree>
    <p:extLst>
      <p:ext uri="{BB962C8B-B14F-4D97-AF65-F5344CB8AC3E}">
        <p14:creationId xmlns:p14="http://schemas.microsoft.com/office/powerpoint/2010/main" val="29116595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C8FBC909-4CA6-47E0-BCD7-79FA0AC1368F}"/>
              </a:ext>
            </a:extLst>
          </p:cNvPr>
          <p:cNvSpPr>
            <a:spLocks noGrp="1"/>
          </p:cNvSpPr>
          <p:nvPr>
            <p:ph type="title"/>
          </p:nvPr>
        </p:nvSpPr>
        <p:spPr/>
        <p:txBody>
          <a:bodyPr/>
          <a:lstStyle/>
          <a:p>
            <a:r>
              <a:rPr lang="en-US" dirty="0"/>
              <a:t>Looking Ahead</a:t>
            </a:r>
            <a:endParaRPr lang="uk-UA" dirty="0"/>
          </a:p>
        </p:txBody>
      </p:sp>
      <p:sp>
        <p:nvSpPr>
          <p:cNvPr id="5" name="Content Placeholder">
            <a:extLst>
              <a:ext uri="{FF2B5EF4-FFF2-40B4-BE49-F238E27FC236}">
                <a16:creationId xmlns:a16="http://schemas.microsoft.com/office/drawing/2014/main" id="{ACA2215C-70A2-35CC-FB7C-DE34C6DC2A01}"/>
              </a:ext>
            </a:extLst>
          </p:cNvPr>
          <p:cNvSpPr>
            <a:spLocks noGrp="1"/>
          </p:cNvSpPr>
          <p:nvPr>
            <p:ph idx="1"/>
          </p:nvPr>
        </p:nvSpPr>
        <p:spPr/>
        <p:txBody>
          <a:bodyPr/>
          <a:lstStyle/>
          <a:p>
            <a:pPr marL="0" indent="0">
              <a:buNone/>
            </a:pPr>
            <a:r>
              <a:rPr lang="en-US" dirty="0"/>
              <a:t>The future of AI promises even more sophisticated technologies such as general AI and advanced autonomous systems. It is vital to address ethical considerations and foster inclusive development to maximize positive impacts.</a:t>
            </a:r>
            <a:endParaRPr lang="uk-UA" dirty="0"/>
          </a:p>
        </p:txBody>
      </p:sp>
      <p:sp>
        <p:nvSpPr>
          <p:cNvPr id="6" name="Text Placeholder">
            <a:extLst>
              <a:ext uri="{FF2B5EF4-FFF2-40B4-BE49-F238E27FC236}">
                <a16:creationId xmlns:a16="http://schemas.microsoft.com/office/drawing/2014/main" id="{B5DB7E5D-50F9-93F6-59BB-40577D00C5C3}"/>
              </a:ext>
            </a:extLst>
          </p:cNvPr>
          <p:cNvSpPr>
            <a:spLocks noGrp="1"/>
          </p:cNvSpPr>
          <p:nvPr>
            <p:ph type="body" sz="half" idx="2"/>
          </p:nvPr>
        </p:nvSpPr>
        <p:spPr/>
        <p:txBody>
          <a:bodyPr/>
          <a:lstStyle/>
          <a:p>
            <a:r>
              <a:rPr lang="en-US" dirty="0"/>
              <a:t>Balancing innovation with responsibility</a:t>
            </a:r>
            <a:endParaRPr lang="uk-UA" dirty="0"/>
          </a:p>
        </p:txBody>
      </p:sp>
    </p:spTree>
    <p:extLst>
      <p:ext uri="{BB962C8B-B14F-4D97-AF65-F5344CB8AC3E}">
        <p14:creationId xmlns:p14="http://schemas.microsoft.com/office/powerpoint/2010/main" val="39937895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se" id="{C0E7AF71-324F-4C9F-B640-2B7558F05CAB}" vid="{8C557392-FD2E-49FD-8A0C-3176FDCD06A6}"/>
    </a:ext>
  </a:extLst>
</a:theme>
</file>

<file path=docProps/app.xml><?xml version="1.0" encoding="utf-8"?>
<Properties xmlns="http://schemas.openxmlformats.org/officeDocument/2006/extended-properties" xmlns:vt="http://schemas.openxmlformats.org/officeDocument/2006/docPropsVTypes">
  <TotalTime>55</TotalTime>
  <Words>0</Words>
  <Application>Microsoft Office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0</vt:i4>
      </vt:variant>
    </vt:vector>
  </HeadingPairs>
  <TitlesOfParts>
    <vt:vector size="4" baseType="lpstr">
      <vt:lpstr>Arial</vt:lpstr>
      <vt:lpstr>Calibri</vt:lpstr>
      <vt:lpstr>Calibri Light</vt:lpstr>
      <vt:lpstr>Office Theme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Volodimir Matviiv</dc:creator>
  <cp:lastModifiedBy>Volodimir Matviiv</cp:lastModifiedBy>
  <cp:revision>6</cp:revision>
  <dcterms:created xsi:type="dcterms:W3CDTF">2026-04-13T14:06:12Z</dcterms:created>
  <dcterms:modified xsi:type="dcterms:W3CDTF">2026-04-18T18:16:04Z</dcterms:modified>
</cp:coreProperties>
</file>