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2.xml" ContentType="application/vnd.openxmlformats-officedocument.presentationml.slideMaster+xml"/>
  <Override PartName="/ppt/theme/theme4.xml" ContentType="application/vnd.openxmlformats-officedocument.them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r:id="rId20-created" id="2147483660"/>
  </p:sldMasterIdLst>
  <p:sldIdLst>
    <p:sldId r:id="rId8-created" id="256"/>
    <p:sldId r:id="rId21-created" id="257"/>
    <p:sldId r:id="rId22-created" id="258"/>
    <p:sldId r:id="rId23-created" id="259"/>
    <p:sldId r:id="rId24-created" id="260"/>
  </p:sldIdLst>
  <p:notesMasterIdLst>
    <p:notesMasterId r:id="rId2"/>
  </p:notesMasterIdLst>
  <p:handoutMasterIdLst>
    <p:handoutMasterId r:id="rId3"/>
  </p:handoutMaster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8-created" Type="http://schemas.openxmlformats.org/officeDocument/2006/relationships/slide" Target="slides/slide1.xml"/><Relationship Id="rId9-created" Type="http://schemas.openxmlformats.org/officeDocument/2006/relationships/slideLayout" Target="slideLayouts/slideLayout12.xml"/><Relationship Id="rId10-created" Type="http://schemas.openxmlformats.org/officeDocument/2006/relationships/slideLayout" Target="slideLayouts/slideLayout13.xml"/><Relationship Id="rId11-created" Type="http://schemas.openxmlformats.org/officeDocument/2006/relationships/slideLayout" Target="slideLayouts/slideLayout14.xml"/><Relationship Id="rId12-created" Type="http://schemas.openxmlformats.org/officeDocument/2006/relationships/slideLayout" Target="slideLayouts/slideLayout15.xml"/><Relationship Id="rId13-created" Type="http://schemas.openxmlformats.org/officeDocument/2006/relationships/slideLayout" Target="slideLayouts/slideLayout16.xml"/><Relationship Id="rId14-created" Type="http://schemas.openxmlformats.org/officeDocument/2006/relationships/slideLayout" Target="slideLayouts/slideLayout17.xml"/><Relationship Id="rId15-created" Type="http://schemas.openxmlformats.org/officeDocument/2006/relationships/slideLayout" Target="slideLayouts/slideLayout18.xml"/><Relationship Id="rId16-created" Type="http://schemas.openxmlformats.org/officeDocument/2006/relationships/slideLayout" Target="slideLayouts/slideLayout19.xml"/><Relationship Id="rId17-created" Type="http://schemas.openxmlformats.org/officeDocument/2006/relationships/slideLayout" Target="slideLayouts/slideLayout20.xml"/><Relationship Id="rId18-created" Type="http://schemas.openxmlformats.org/officeDocument/2006/relationships/slideLayout" Target="slideLayouts/slideLayout21.xml"/><Relationship Id="rId19-created" Type="http://schemas.openxmlformats.org/officeDocument/2006/relationships/slideLayout" Target="slideLayouts/slideLayout22.xml"/><Relationship Id="rId20-created" Type="http://schemas.openxmlformats.org/officeDocument/2006/relationships/slideMaster" Target="slideMasters/slideMaster2.xml"/><Relationship Id="rId21-created" Type="http://schemas.openxmlformats.org/officeDocument/2006/relationships/slide" Target="slides/slide2.xml"/><Relationship Id="rId22-created" Type="http://schemas.openxmlformats.org/officeDocument/2006/relationships/slide" Target="slides/slide3.xml"/><Relationship Id="rId23-created" Type="http://schemas.openxmlformats.org/officeDocument/2006/relationships/slide" Target="slides/slide4.xml"/><Relationship Id="rId24-created"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CBE736-693E-7EBE-91B2-0D1D719A2A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a:extLst>
              <a:ext uri="{FF2B5EF4-FFF2-40B4-BE49-F238E27FC236}">
                <a16:creationId xmlns:a16="http://schemas.microsoft.com/office/drawing/2014/main" id="{179FEA19-B1D4-FFE6-0CC3-672AB4D6A7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C47AEF-A8FE-4931-853A-9B7D5A1C1162}" type="datetimeFigureOut">
              <a:rPr lang="uk-UA" smtClean="0"/>
              <a:t>18.04.2026</a:t>
            </a:fld>
            <a:endParaRPr lang="uk-UA"/>
          </a:p>
        </p:txBody>
      </p:sp>
      <p:sp>
        <p:nvSpPr>
          <p:cNvPr id="4" name="Footer Placeholder 3">
            <a:extLst>
              <a:ext uri="{FF2B5EF4-FFF2-40B4-BE49-F238E27FC236}">
                <a16:creationId xmlns:a16="http://schemas.microsoft.com/office/drawing/2014/main" id="{C57D5E68-1B8D-2F79-0697-8C87C58B53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5" name="Slide Number Placeholder 4">
            <a:extLst>
              <a:ext uri="{FF2B5EF4-FFF2-40B4-BE49-F238E27FC236}">
                <a16:creationId xmlns:a16="http://schemas.microsoft.com/office/drawing/2014/main" id="{9E662FA3-90F0-2110-2A0F-DD9D383E3D3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AC6CBB-2EE4-4C58-A034-4D462B5B83CE}" type="slidenum">
              <a:rPr lang="uk-UA" smtClean="0"/>
              <a:t>‹#›</a:t>
            </a:fld>
            <a:endParaRPr lang="uk-UA"/>
          </a:p>
        </p:txBody>
      </p:sp>
    </p:spTree>
    <p:extLst>
      <p:ext uri="{BB962C8B-B14F-4D97-AF65-F5344CB8AC3E}">
        <p14:creationId xmlns:p14="http://schemas.microsoft.com/office/powerpoint/2010/main" val="12743605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FDED11-9964-46C4-8839-E7AC280A3706}" type="datetimeFigureOut">
              <a:rPr lang="uk-UA" smtClean="0"/>
              <a:t>18.04.2026</a:t>
            </a:fld>
            <a:endParaRPr lang="uk-U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102507-5050-4A08-8B71-23A05C3BD8AA}" type="slidenum">
              <a:rPr lang="uk-UA" smtClean="0"/>
              <a:t>‹#›</a:t>
            </a:fld>
            <a:endParaRPr lang="uk-UA"/>
          </a:p>
        </p:txBody>
      </p:sp>
    </p:spTree>
    <p:extLst>
      <p:ext uri="{BB962C8B-B14F-4D97-AF65-F5344CB8AC3E}">
        <p14:creationId xmlns:p14="http://schemas.microsoft.com/office/powerpoint/2010/main" val="3132330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571FC-500D-3727-DC40-C8E14840C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uk-UA"/>
          </a:p>
        </p:txBody>
      </p:sp>
      <p:sp>
        <p:nvSpPr>
          <p:cNvPr id="3" name="Subtitle 2">
            <a:extLst>
              <a:ext uri="{FF2B5EF4-FFF2-40B4-BE49-F238E27FC236}">
                <a16:creationId xmlns:a16="http://schemas.microsoft.com/office/drawing/2014/main" id="{40263D18-7F85-7A59-8D7E-D15E3F6A45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uk-UA"/>
          </a:p>
        </p:txBody>
      </p:sp>
      <p:sp>
        <p:nvSpPr>
          <p:cNvPr id="4" name="Date Placeholder 3">
            <a:extLst>
              <a:ext uri="{FF2B5EF4-FFF2-40B4-BE49-F238E27FC236}">
                <a16:creationId xmlns:a16="http://schemas.microsoft.com/office/drawing/2014/main" id="{CCE43B5D-5FFB-3B4B-6110-AA54BDCEC58A}"/>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90E18B27-FBD2-FACA-310D-253527AC4F5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37C5B6DF-82A7-6E58-BA33-A237B292F346}"/>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3456394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CA37-18F8-E3C9-6B63-BC2C62369B99}"/>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88A72B14-6487-69F0-68AA-A583B93A68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15BB8BC6-1AEF-0C8A-4642-3093FC2E522F}"/>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FC8094CA-1122-CD72-3073-0B4AD3E7C6D2}"/>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5A3D4E23-6ECF-5B0C-A985-993C801F378E}"/>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08332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B54C-3876-C029-1559-56F3B14328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uk-UA"/>
          </a:p>
        </p:txBody>
      </p:sp>
      <p:sp>
        <p:nvSpPr>
          <p:cNvPr id="3" name="Text Placeholder 2">
            <a:extLst>
              <a:ext uri="{FF2B5EF4-FFF2-40B4-BE49-F238E27FC236}">
                <a16:creationId xmlns:a16="http://schemas.microsoft.com/office/drawing/2014/main" id="{446452B3-138D-C0D7-E26E-0C0149FA04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71F789-1184-A1B1-7350-F6EFD0C8AE35}"/>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D76AA8BB-90C2-9146-E8A3-8483DD877A4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221511C3-FD98-8AC1-0CC6-772260937E58}"/>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322052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9A7C8-F2A9-17DE-09C0-EEE19160BDEF}"/>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52F1EB62-8605-096E-1B17-BB13010918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Content Placeholder 3">
            <a:extLst>
              <a:ext uri="{FF2B5EF4-FFF2-40B4-BE49-F238E27FC236}">
                <a16:creationId xmlns:a16="http://schemas.microsoft.com/office/drawing/2014/main" id="{E86E3964-AD07-DF4C-9C8A-256F3DB1FD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Date Placeholder 4">
            <a:extLst>
              <a:ext uri="{FF2B5EF4-FFF2-40B4-BE49-F238E27FC236}">
                <a16:creationId xmlns:a16="http://schemas.microsoft.com/office/drawing/2014/main" id="{F7EEFB36-D26E-E28D-E622-2156E57F526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56971017-07C3-5F1C-F7D1-3C7317A5BBF9}"/>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843515DF-0077-127B-3F29-9348B87A2096}"/>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684054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5962F-2596-F867-BB55-F5AC5BA45125}"/>
              </a:ext>
            </a:extLst>
          </p:cNvPr>
          <p:cNvSpPr>
            <a:spLocks noGrp="1"/>
          </p:cNvSpPr>
          <p:nvPr>
            <p:ph type="title"/>
          </p:nvPr>
        </p:nvSpPr>
        <p:spPr>
          <a:xfrm>
            <a:off x="839788" y="365125"/>
            <a:ext cx="10515600" cy="1325563"/>
          </a:xfrm>
        </p:spPr>
        <p:txBody>
          <a:bodyPr/>
          <a:lstStyle/>
          <a:p>
            <a:r>
              <a:rPr lang="en-US"/>
              <a:t>Click to edit Master title style</a:t>
            </a:r>
            <a:endParaRPr lang="uk-UA"/>
          </a:p>
        </p:txBody>
      </p:sp>
      <p:sp>
        <p:nvSpPr>
          <p:cNvPr id="3" name="Text Placeholder 2">
            <a:extLst>
              <a:ext uri="{FF2B5EF4-FFF2-40B4-BE49-F238E27FC236}">
                <a16:creationId xmlns:a16="http://schemas.microsoft.com/office/drawing/2014/main" id="{18840C1F-6CE1-CC2F-01E5-5CB0BC3C2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9C89A9-7BF8-0493-D73A-0C8CFF4B4D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Text Placeholder 4">
            <a:extLst>
              <a:ext uri="{FF2B5EF4-FFF2-40B4-BE49-F238E27FC236}">
                <a16:creationId xmlns:a16="http://schemas.microsoft.com/office/drawing/2014/main" id="{A8B97B7A-37E3-C61D-F4EF-421B3D828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C199F7-A420-D8F9-BACA-0B81FBE52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7" name="Date Placeholder 6">
            <a:extLst>
              <a:ext uri="{FF2B5EF4-FFF2-40B4-BE49-F238E27FC236}">
                <a16:creationId xmlns:a16="http://schemas.microsoft.com/office/drawing/2014/main" id="{A6FB8962-CA21-AE03-F4A5-4273E4D3F75F}"/>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8" name="Footer Placeholder 7">
            <a:extLst>
              <a:ext uri="{FF2B5EF4-FFF2-40B4-BE49-F238E27FC236}">
                <a16:creationId xmlns:a16="http://schemas.microsoft.com/office/drawing/2014/main" id="{3F44DEC1-B899-7A55-46B4-2860C913FC18}"/>
              </a:ext>
            </a:extLst>
          </p:cNvPr>
          <p:cNvSpPr>
            <a:spLocks noGrp="1"/>
          </p:cNvSpPr>
          <p:nvPr>
            <p:ph type="ftr" sz="quarter" idx="11"/>
          </p:nvPr>
        </p:nvSpPr>
        <p:spPr/>
        <p:txBody>
          <a:bodyPr/>
          <a:lstStyle/>
          <a:p>
            <a:endParaRPr lang="uk-UA"/>
          </a:p>
        </p:txBody>
      </p:sp>
      <p:sp>
        <p:nvSpPr>
          <p:cNvPr id="9" name="Slide Number Placeholder 8">
            <a:extLst>
              <a:ext uri="{FF2B5EF4-FFF2-40B4-BE49-F238E27FC236}">
                <a16:creationId xmlns:a16="http://schemas.microsoft.com/office/drawing/2014/main" id="{0F063D96-19A7-3494-0960-113681CB8327}"/>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062875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B20F-89DD-55B6-252F-3229F183D1EA}"/>
              </a:ext>
            </a:extLst>
          </p:cNvPr>
          <p:cNvSpPr>
            <a:spLocks noGrp="1"/>
          </p:cNvSpPr>
          <p:nvPr>
            <p:ph type="title"/>
          </p:nvPr>
        </p:nvSpPr>
        <p:spPr/>
        <p:txBody>
          <a:bodyPr/>
          <a:lstStyle/>
          <a:p>
            <a:r>
              <a:rPr lang="en-US"/>
              <a:t>Click to edit Master title style</a:t>
            </a:r>
            <a:endParaRPr lang="uk-UA"/>
          </a:p>
        </p:txBody>
      </p:sp>
      <p:sp>
        <p:nvSpPr>
          <p:cNvPr id="3" name="Date Placeholder 2">
            <a:extLst>
              <a:ext uri="{FF2B5EF4-FFF2-40B4-BE49-F238E27FC236}">
                <a16:creationId xmlns:a16="http://schemas.microsoft.com/office/drawing/2014/main" id="{516F89BE-3993-F817-4265-9424A606B7C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4" name="Footer Placeholder 3">
            <a:extLst>
              <a:ext uri="{FF2B5EF4-FFF2-40B4-BE49-F238E27FC236}">
                <a16:creationId xmlns:a16="http://schemas.microsoft.com/office/drawing/2014/main" id="{21A1445B-A9D8-2739-7D84-8978810AAB8B}"/>
              </a:ext>
            </a:extLst>
          </p:cNvPr>
          <p:cNvSpPr>
            <a:spLocks noGrp="1"/>
          </p:cNvSpPr>
          <p:nvPr>
            <p:ph type="ftr" sz="quarter" idx="11"/>
          </p:nvPr>
        </p:nvSpPr>
        <p:spPr/>
        <p:txBody>
          <a:bodyPr/>
          <a:lstStyle/>
          <a:p>
            <a:endParaRPr lang="uk-UA"/>
          </a:p>
        </p:txBody>
      </p:sp>
      <p:sp>
        <p:nvSpPr>
          <p:cNvPr id="5" name="Slide Number Placeholder 4">
            <a:extLst>
              <a:ext uri="{FF2B5EF4-FFF2-40B4-BE49-F238E27FC236}">
                <a16:creationId xmlns:a16="http://schemas.microsoft.com/office/drawing/2014/main" id="{5DB93BB1-7EB4-02C6-3D08-1CA9C88C87AA}"/>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45789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D230C-FC73-A095-DBC0-2FE742FE9763}"/>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3" name="Footer Placeholder 2">
            <a:extLst>
              <a:ext uri="{FF2B5EF4-FFF2-40B4-BE49-F238E27FC236}">
                <a16:creationId xmlns:a16="http://schemas.microsoft.com/office/drawing/2014/main" id="{D265558F-4F0D-498A-142B-BDCF32500ADE}"/>
              </a:ext>
            </a:extLst>
          </p:cNvPr>
          <p:cNvSpPr>
            <a:spLocks noGrp="1"/>
          </p:cNvSpPr>
          <p:nvPr>
            <p:ph type="ftr" sz="quarter" idx="11"/>
          </p:nvPr>
        </p:nvSpPr>
        <p:spPr/>
        <p:txBody>
          <a:bodyPr/>
          <a:lstStyle/>
          <a:p>
            <a:endParaRPr lang="uk-UA"/>
          </a:p>
        </p:txBody>
      </p:sp>
      <p:sp>
        <p:nvSpPr>
          <p:cNvPr id="4" name="Slide Number Placeholder 3">
            <a:extLst>
              <a:ext uri="{FF2B5EF4-FFF2-40B4-BE49-F238E27FC236}">
                <a16:creationId xmlns:a16="http://schemas.microsoft.com/office/drawing/2014/main" id="{207285EB-700F-A0E9-B682-C9E4875C7957}"/>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99657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96BCF-59F4-BEF8-1F69-EB01D79016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Content Placeholder 2">
            <a:extLst>
              <a:ext uri="{FF2B5EF4-FFF2-40B4-BE49-F238E27FC236}">
                <a16:creationId xmlns:a16="http://schemas.microsoft.com/office/drawing/2014/main" id="{6BFE3C20-76A8-CD0B-0114-4EA924B4F8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Text Placeholder 3">
            <a:extLst>
              <a:ext uri="{FF2B5EF4-FFF2-40B4-BE49-F238E27FC236}">
                <a16:creationId xmlns:a16="http://schemas.microsoft.com/office/drawing/2014/main" id="{F94E1F1F-3BBE-8D1A-D0F9-BBB5DC1BD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60BC5D-DBF1-0E7A-D46B-720413D96DB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E0D47EDC-CA3C-C6EB-4BB4-94C5BC24350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9CB3A701-FA03-46F0-2FC5-636DAE92A624}"/>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025870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433F3-3A6B-B3CE-9905-E878CDFBDF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Picture Placeholder 2">
            <a:extLst>
              <a:ext uri="{FF2B5EF4-FFF2-40B4-BE49-F238E27FC236}">
                <a16:creationId xmlns:a16="http://schemas.microsoft.com/office/drawing/2014/main" id="{3612381E-3692-C094-C15E-860D19781F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Text Placeholder 3">
            <a:extLst>
              <a:ext uri="{FF2B5EF4-FFF2-40B4-BE49-F238E27FC236}">
                <a16:creationId xmlns:a16="http://schemas.microsoft.com/office/drawing/2014/main" id="{B4746577-1B12-ECDC-54C0-D50F60862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6671F-CCB0-23AD-F76C-9F34CAD65E51}"/>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896C63D3-FF1B-B0E8-2AA0-E5615DAC079D}"/>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5BCFA1E6-FD50-2223-6FEC-34C70E43046D}"/>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3201431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8E99-D191-AE63-9805-5BE71E68D70B}"/>
              </a:ext>
            </a:extLst>
          </p:cNvPr>
          <p:cNvSpPr>
            <a:spLocks noGrp="1"/>
          </p:cNvSpPr>
          <p:nvPr>
            <p:ph type="title"/>
          </p:nvPr>
        </p:nvSpPr>
        <p:spPr/>
        <p:txBody>
          <a:bodyPr/>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ED0E8452-4034-C696-AE61-ECDE88953B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2D398D57-DC5A-6FDA-3790-0A4B2B6283B8}"/>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6EAC1C53-80A4-E70F-7016-06A0583A2312}"/>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BA8B0827-F5E2-078E-B99F-0346D816451B}"/>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74130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AED5C-CADC-46B7-9A61-027EF0A100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BB316D3F-7ECE-7046-6BC4-AED3F79444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C544B9E5-B2E9-114B-F11D-5CB6E1426CC2}"/>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AF023462-206A-BFA8-60C4-15007DA7C91C}"/>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BECF3D0C-09E4-6B73-3C1A-8AAFB664C94F}"/>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492705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368E6-C4AE-1427-D8A7-613682C18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Content Placeholder 2">
            <a:extLst>
              <a:ext uri="{FF2B5EF4-FFF2-40B4-BE49-F238E27FC236}">
                <a16:creationId xmlns:a16="http://schemas.microsoft.com/office/drawing/2014/main" id="{7A0DC836-903F-5F00-7FB2-C9AC460A6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Text Placeholder 3">
            <a:extLst>
              <a:ext uri="{FF2B5EF4-FFF2-40B4-BE49-F238E27FC236}">
                <a16:creationId xmlns:a16="http://schemas.microsoft.com/office/drawing/2014/main" id="{383D102B-C601-6DF7-486C-12A987BDBB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597EC0-0901-F5A3-5976-6ACE08D5B7A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B5481062-3ACC-8E51-3329-267BDA61CA5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B55E15E1-347F-9EEB-9AAD-3504FEBE40D1}"/>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828686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0E5F8-CED1-0CE0-7189-2F531CBEC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uk-UA"/>
          </a:p>
        </p:txBody>
      </p:sp>
      <p:sp>
        <p:nvSpPr>
          <p:cNvPr id="3" name="Text Placeholder 2">
            <a:extLst>
              <a:ext uri="{FF2B5EF4-FFF2-40B4-BE49-F238E27FC236}">
                <a16:creationId xmlns:a16="http://schemas.microsoft.com/office/drawing/2014/main" id="{422C7B5A-0C35-5B42-3D4E-BEA858C313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854966-D3D7-3A85-E63C-121DBD9ABE66}"/>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06A7DA06-6281-99B8-50CD-3D554F6226B6}"/>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93713625-BE70-B494-1CD5-9970FCC00BC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3256075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1CAC60-27E2-171B-2D44-53BBF8FDED86}"/>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3" name="Footer Placeholder 2">
            <a:extLst>
              <a:ext uri="{FF2B5EF4-FFF2-40B4-BE49-F238E27FC236}">
                <a16:creationId xmlns:a16="http://schemas.microsoft.com/office/drawing/2014/main" id="{77CC4A10-E5F4-C97C-CD8E-38B48ED4167D}"/>
              </a:ext>
            </a:extLst>
          </p:cNvPr>
          <p:cNvSpPr>
            <a:spLocks noGrp="1"/>
          </p:cNvSpPr>
          <p:nvPr>
            <p:ph type="ftr" sz="quarter" idx="11"/>
          </p:nvPr>
        </p:nvSpPr>
        <p:spPr/>
        <p:txBody>
          <a:bodyPr/>
          <a:lstStyle/>
          <a:p>
            <a:endParaRPr lang="uk-UA"/>
          </a:p>
        </p:txBody>
      </p:sp>
      <p:sp>
        <p:nvSpPr>
          <p:cNvPr id="4" name="Slide Number Placeholder 3">
            <a:extLst>
              <a:ext uri="{FF2B5EF4-FFF2-40B4-BE49-F238E27FC236}">
                <a16:creationId xmlns:a16="http://schemas.microsoft.com/office/drawing/2014/main" id="{AE61DCCC-E985-5FAE-0C7C-93F0B162625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145534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B9C6-D0E6-7CFE-1137-49CA0D450494}"/>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1482040F-D193-5060-BB28-33704FDBD0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03D18A58-486A-8286-0B99-AE39327AAE4D}"/>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26911C49-3C46-E067-7973-F72513F30E25}"/>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18D2A0BA-1701-9FFA-86C8-7F37C2FC86D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4079440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57B37-640E-8A03-D1F2-0C38AC760E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uk-UA"/>
          </a:p>
        </p:txBody>
      </p:sp>
      <p:sp>
        <p:nvSpPr>
          <p:cNvPr id="3" name="Subtitle 2">
            <a:extLst>
              <a:ext uri="{FF2B5EF4-FFF2-40B4-BE49-F238E27FC236}">
                <a16:creationId xmlns:a16="http://schemas.microsoft.com/office/drawing/2014/main" id="{18C38D58-4AFF-C204-8A3C-9AB0E741AB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uk-UA"/>
          </a:p>
        </p:txBody>
      </p:sp>
      <p:sp>
        <p:nvSpPr>
          <p:cNvPr id="4" name="Date Placeholder 3">
            <a:extLst>
              <a:ext uri="{FF2B5EF4-FFF2-40B4-BE49-F238E27FC236}">
                <a16:creationId xmlns:a16="http://schemas.microsoft.com/office/drawing/2014/main" id="{A404CF9A-5B29-53E2-E604-C35BA889C0CC}"/>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473F63B3-D6A0-E11A-0453-1DC1AF100FA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CC50B1A5-31C0-936F-CD90-6980EE8284A5}"/>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264973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AC14F-923F-3374-C51B-E4E543F7090C}"/>
              </a:ext>
            </a:extLst>
          </p:cNvPr>
          <p:cNvSpPr>
            <a:spLocks noGrp="1"/>
          </p:cNvSpPr>
          <p:nvPr>
            <p:ph type="title"/>
          </p:nvPr>
        </p:nvSpPr>
        <p:spPr/>
        <p:txBody>
          <a:bodyPr/>
          <a:lstStyle/>
          <a:p>
            <a:r>
              <a:rPr lang="en-US"/>
              <a:t>Click to edit Master title style</a:t>
            </a:r>
            <a:endParaRPr lang="uk-UA"/>
          </a:p>
        </p:txBody>
      </p:sp>
      <p:sp>
        <p:nvSpPr>
          <p:cNvPr id="3" name="Date Placeholder 2">
            <a:extLst>
              <a:ext uri="{FF2B5EF4-FFF2-40B4-BE49-F238E27FC236}">
                <a16:creationId xmlns:a16="http://schemas.microsoft.com/office/drawing/2014/main" id="{C845B622-104B-309C-E667-CADCDE7F1978}"/>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4" name="Footer Placeholder 3">
            <a:extLst>
              <a:ext uri="{FF2B5EF4-FFF2-40B4-BE49-F238E27FC236}">
                <a16:creationId xmlns:a16="http://schemas.microsoft.com/office/drawing/2014/main" id="{2C6188B6-D9FA-E9CC-FC9A-3292CB9B1EAA}"/>
              </a:ext>
            </a:extLst>
          </p:cNvPr>
          <p:cNvSpPr>
            <a:spLocks noGrp="1"/>
          </p:cNvSpPr>
          <p:nvPr>
            <p:ph type="ftr" sz="quarter" idx="11"/>
          </p:nvPr>
        </p:nvSpPr>
        <p:spPr/>
        <p:txBody>
          <a:bodyPr/>
          <a:lstStyle/>
          <a:p>
            <a:endParaRPr lang="uk-UA"/>
          </a:p>
        </p:txBody>
      </p:sp>
      <p:sp>
        <p:nvSpPr>
          <p:cNvPr id="5" name="Slide Number Placeholder 4">
            <a:extLst>
              <a:ext uri="{FF2B5EF4-FFF2-40B4-BE49-F238E27FC236}">
                <a16:creationId xmlns:a16="http://schemas.microsoft.com/office/drawing/2014/main" id="{C327B92F-F163-814E-03EC-00A01EF497FE}"/>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894998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709ABE-0C3F-0B7C-BB86-23FD6FDBC2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A1C491DC-99DB-913D-F944-B1480ED85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9C4670BC-C638-E0BF-6465-43C8A2319EE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38019DA5-DDEE-0169-B44A-A4104ED415B9}"/>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FFA424D4-CA04-5272-2A59-DB468E891389}"/>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432836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B827-5D83-ED08-4353-9FB05B779DEE}"/>
              </a:ext>
            </a:extLst>
          </p:cNvPr>
          <p:cNvSpPr>
            <a:spLocks noGrp="1"/>
          </p:cNvSpPr>
          <p:nvPr>
            <p:ph type="title"/>
          </p:nvPr>
        </p:nvSpPr>
        <p:spPr>
          <a:xfrm>
            <a:off x="839788" y="365125"/>
            <a:ext cx="10515600" cy="1325563"/>
          </a:xfrm>
        </p:spPr>
        <p:txBody>
          <a:bodyPr/>
          <a:lstStyle/>
          <a:p>
            <a:r>
              <a:rPr lang="en-US"/>
              <a:t>Click to edit Master title style</a:t>
            </a:r>
            <a:endParaRPr lang="uk-UA"/>
          </a:p>
        </p:txBody>
      </p:sp>
      <p:sp>
        <p:nvSpPr>
          <p:cNvPr id="3" name="Text Placeholder 2">
            <a:extLst>
              <a:ext uri="{FF2B5EF4-FFF2-40B4-BE49-F238E27FC236}">
                <a16:creationId xmlns:a16="http://schemas.microsoft.com/office/drawing/2014/main" id="{EFEF1E0E-A5DA-1CFD-DD00-F7E53D5A82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FF8C52-26EB-CD5D-0BB0-C72B9447D1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Text Placeholder 4">
            <a:extLst>
              <a:ext uri="{FF2B5EF4-FFF2-40B4-BE49-F238E27FC236}">
                <a16:creationId xmlns:a16="http://schemas.microsoft.com/office/drawing/2014/main" id="{09039CF0-08C5-2E5A-0632-A6F2BCBF7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9DBC0-9142-0B66-6E89-6C44637480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7" name="Date Placeholder 6">
            <a:extLst>
              <a:ext uri="{FF2B5EF4-FFF2-40B4-BE49-F238E27FC236}">
                <a16:creationId xmlns:a16="http://schemas.microsoft.com/office/drawing/2014/main" id="{AB414D97-F4B3-91F0-1CE5-57F0F70C5F3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8" name="Footer Placeholder 7">
            <a:extLst>
              <a:ext uri="{FF2B5EF4-FFF2-40B4-BE49-F238E27FC236}">
                <a16:creationId xmlns:a16="http://schemas.microsoft.com/office/drawing/2014/main" id="{12C540D2-89EA-988C-F999-2CF945DD32FB}"/>
              </a:ext>
            </a:extLst>
          </p:cNvPr>
          <p:cNvSpPr>
            <a:spLocks noGrp="1"/>
          </p:cNvSpPr>
          <p:nvPr>
            <p:ph type="ftr" sz="quarter" idx="11"/>
          </p:nvPr>
        </p:nvSpPr>
        <p:spPr/>
        <p:txBody>
          <a:bodyPr/>
          <a:lstStyle/>
          <a:p>
            <a:endParaRPr lang="uk-UA"/>
          </a:p>
        </p:txBody>
      </p:sp>
      <p:sp>
        <p:nvSpPr>
          <p:cNvPr id="9" name="Slide Number Placeholder 8">
            <a:extLst>
              <a:ext uri="{FF2B5EF4-FFF2-40B4-BE49-F238E27FC236}">
                <a16:creationId xmlns:a16="http://schemas.microsoft.com/office/drawing/2014/main" id="{5CD83E9F-5F15-0A02-D23C-2C7CB8AAB2F1}"/>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15492668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5D0CC-1766-4286-761F-2FB6611E1639}"/>
              </a:ext>
            </a:extLst>
          </p:cNvPr>
          <p:cNvSpPr>
            <a:spLocks noGrp="1"/>
          </p:cNvSpPr>
          <p:nvPr>
            <p:ph type="title"/>
          </p:nvPr>
        </p:nvSpPr>
        <p:spPr/>
        <p:txBody>
          <a:bodyPr/>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BA8C27FF-526C-5AA1-0C1C-400D043377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A2073FDD-A084-46FE-6402-DA879ECE739D}"/>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1D0C029E-101E-D3BF-B01C-B2829BDF6FCA}"/>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A1512AAF-B3C9-735F-42D8-B53B9626D8BC}"/>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018545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5B0E-8404-EA28-76B6-A82528304FEC}"/>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BED12CF6-AE07-D9D6-2A1C-BC99287BD6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Content Placeholder 3">
            <a:extLst>
              <a:ext uri="{FF2B5EF4-FFF2-40B4-BE49-F238E27FC236}">
                <a16:creationId xmlns:a16="http://schemas.microsoft.com/office/drawing/2014/main" id="{912A16C1-2074-7432-A8AF-4E431D9466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Date Placeholder 4">
            <a:extLst>
              <a:ext uri="{FF2B5EF4-FFF2-40B4-BE49-F238E27FC236}">
                <a16:creationId xmlns:a16="http://schemas.microsoft.com/office/drawing/2014/main" id="{8E55FAA9-6498-6009-8D9B-74C011178940}"/>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720B5A0E-C33E-E4E9-A98A-0954A3E08847}"/>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04A53F45-4770-B966-FFE8-E746A2EAA76B}"/>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784143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6E772-9B5A-A0B8-273C-B05F29BA4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Picture Placeholder 2">
            <a:extLst>
              <a:ext uri="{FF2B5EF4-FFF2-40B4-BE49-F238E27FC236}">
                <a16:creationId xmlns:a16="http://schemas.microsoft.com/office/drawing/2014/main" id="{508002DF-3EC1-D32E-A4E8-D60D8E54FA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Text Placeholder 3">
            <a:extLst>
              <a:ext uri="{FF2B5EF4-FFF2-40B4-BE49-F238E27FC236}">
                <a16:creationId xmlns:a16="http://schemas.microsoft.com/office/drawing/2014/main" id="{1FD58F46-DF55-58B8-14E9-3FBAF6548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66399F-8786-A604-A1E2-E3851167B65E}"/>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E7971044-1B9F-A07B-8EA2-5FF586C62C1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30FFEA4F-9B10-051C-49FA-4C34A22EFB94}"/>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736105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13.xml"/><Relationship Id="rId7" Type="http://schemas.openxmlformats.org/officeDocument/2006/relationships/slideLayout" Target="../slideLayouts/slideLayout14.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6.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02483-3C12-53F0-946E-D13DDECD78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uk-UA"/>
          </a:p>
        </p:txBody>
      </p:sp>
      <p:sp>
        <p:nvSpPr>
          <p:cNvPr id="3" name="Text Placeholder 2">
            <a:extLst>
              <a:ext uri="{FF2B5EF4-FFF2-40B4-BE49-F238E27FC236}">
                <a16:creationId xmlns:a16="http://schemas.microsoft.com/office/drawing/2014/main" id="{BB23A1C9-9327-9878-F0C5-92AD6CBD6A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26A5D213-1F0C-7710-D720-91F2146830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3FBB6DFF-831F-8CDF-CD21-2A6226C065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Slide Number Placeholder 5">
            <a:extLst>
              <a:ext uri="{FF2B5EF4-FFF2-40B4-BE49-F238E27FC236}">
                <a16:creationId xmlns:a16="http://schemas.microsoft.com/office/drawing/2014/main" id="{46DFFEBC-E307-DF1E-2F5D-C30C58D20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84B601-9E65-44F8-B197-C481F5E900E2}" type="slidenum">
              <a:rPr lang="uk-UA" smtClean="0"/>
              <a:t>‹#›</a:t>
            </a:fld>
            <a:endParaRPr lang="uk-UA"/>
          </a:p>
        </p:txBody>
      </p:sp>
    </p:spTree>
    <p:extLst>
      <p:ext uri="{BB962C8B-B14F-4D97-AF65-F5344CB8AC3E}">
        <p14:creationId xmlns:p14="http://schemas.microsoft.com/office/powerpoint/2010/main" val="2312384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ED4C0-8A7F-B0F5-5836-F1F72223C3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uk-UA"/>
          </a:p>
        </p:txBody>
      </p:sp>
      <p:sp>
        <p:nvSpPr>
          <p:cNvPr id="3" name="Text Placeholder 2">
            <a:extLst>
              <a:ext uri="{FF2B5EF4-FFF2-40B4-BE49-F238E27FC236}">
                <a16:creationId xmlns:a16="http://schemas.microsoft.com/office/drawing/2014/main" id="{C2D790B7-F11B-7ADB-809F-3F9F3D1E1F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B06964F4-3058-684B-9AED-99206EB042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859925F4-B76F-66D0-2550-B917B466B0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Slide Number Placeholder 5">
            <a:extLst>
              <a:ext uri="{FF2B5EF4-FFF2-40B4-BE49-F238E27FC236}">
                <a16:creationId xmlns:a16="http://schemas.microsoft.com/office/drawing/2014/main" id="{A759CBAD-39F0-644A-7EF4-4461ADEBA7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AEA703-7FB9-4E19-A1E1-545F9340CD1F}" type="slidenum">
              <a:rPr lang="uk-UA" smtClean="0"/>
              <a:t>‹#›</a:t>
            </a:fld>
            <a:endParaRPr lang="uk-UA"/>
          </a:p>
        </p:txBody>
      </p:sp>
    </p:spTree>
    <p:extLst>
      <p:ext uri="{BB962C8B-B14F-4D97-AF65-F5344CB8AC3E}">
        <p14:creationId xmlns:p14="http://schemas.microsoft.com/office/powerpoint/2010/main" val="5581227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7DE28E9-06ED-347F-5643-E1D266E6DA8C}"/>
              </a:ext>
            </a:extLst>
          </p:cNvPr>
          <p:cNvSpPr>
            <a:spLocks noGrp="1"/>
          </p:cNvSpPr>
          <p:nvPr>
            <p:ph type="ctrTitle"/>
          </p:nvPr>
        </p:nvSpPr>
        <p:spPr/>
        <p:txBody>
          <a:bodyPr/>
          <a:lstStyle/>
          <a:p>
            <a:r>
              <a:rPr lang="en-US" dirty="0"/>
              <a:t>Why Hitler is Considered by Some as a Leader</a:t>
            </a:r>
            <a:endParaRPr lang="uk-UA" dirty="0"/>
          </a:p>
        </p:txBody>
      </p:sp>
      <p:sp>
        <p:nvSpPr>
          <p:cNvPr id="3" name="Subtitle">
            <a:extLst>
              <a:ext uri="{FF2B5EF4-FFF2-40B4-BE49-F238E27FC236}">
                <a16:creationId xmlns:a16="http://schemas.microsoft.com/office/drawing/2014/main" id="{24B85F5A-63D2-1073-02A8-1584F895699B}"/>
              </a:ext>
            </a:extLst>
          </p:cNvPr>
          <p:cNvSpPr>
            <a:spLocks noGrp="1"/>
          </p:cNvSpPr>
          <p:nvPr>
            <p:ph type="subTitle" idx="1"/>
          </p:nvPr>
        </p:nvSpPr>
        <p:spPr/>
        <p:txBody>
          <a:bodyPr/>
          <a:lstStyle/>
          <a:p>
            <a:r>
              <a:rPr lang="en-US"/>
              <a:t>Examining Leadership Qualities and Historical Impact</a:t>
            </a:r>
            <a:endParaRPr lang="uk-UA" dirty="0"/>
          </a:p>
        </p:txBody>
      </p:sp>
    </p:spTree>
    <p:extLst>
      <p:ext uri="{BB962C8B-B14F-4D97-AF65-F5344CB8AC3E}">
        <p14:creationId xmlns:p14="http://schemas.microsoft.com/office/powerpoint/2010/main" val="2110034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13D3080-3223-C810-60A5-9A64E8FA58D8}"/>
              </a:ext>
            </a:extLst>
          </p:cNvPr>
          <p:cNvSpPr>
            <a:spLocks noGrp="1"/>
          </p:cNvSpPr>
          <p:nvPr>
            <p:ph type="title"/>
          </p:nvPr>
        </p:nvSpPr>
        <p:spPr/>
        <p:txBody>
          <a:bodyPr/>
          <a:lstStyle/>
          <a:p>
            <a:r>
              <a:rPr lang="en-US" dirty="0"/>
              <a:t>Introduction</a:t>
            </a:r>
            <a:endParaRPr lang="uk-UA" dirty="0"/>
          </a:p>
        </p:txBody>
      </p:sp>
      <p:sp>
        <p:nvSpPr>
          <p:cNvPr id="6" name="Content Placeholder">
            <a:extLst>
              <a:ext uri="{FF2B5EF4-FFF2-40B4-BE49-F238E27FC236}">
                <a16:creationId xmlns:a16="http://schemas.microsoft.com/office/drawing/2014/main" id="{C0601909-805D-3C4D-31B6-C0D6516663B0}"/>
              </a:ext>
            </a:extLst>
          </p:cNvPr>
          <p:cNvSpPr>
            <a:spLocks noGrp="1"/>
          </p:cNvSpPr>
          <p:nvPr>
            <p:ph idx="1"/>
          </p:nvPr>
        </p:nvSpPr>
        <p:spPr/>
        <p:txBody>
          <a:bodyPr/>
          <a:lstStyle/>
          <a:p>
            <a:pPr marL="0" indent="0">
              <a:buNone/>
            </a:pPr>
            <a:r>
              <a:rPr lang="en-US" dirty="0"/>
              <a:t>Adolf Hitler's leadership has been the subject of extensive study due to his profound impact on world history. This presentation aims to objectively analyze the qualities that contributed to his leadership and the consequences of his regime.</a:t>
            </a:r>
            <a:endParaRPr lang="uk-UA" dirty="0"/>
          </a:p>
        </p:txBody>
      </p:sp>
    </p:spTree>
    <p:extLst>
      <p:ext uri="{BB962C8B-B14F-4D97-AF65-F5344CB8AC3E}">
        <p14:creationId xmlns:p14="http://schemas.microsoft.com/office/powerpoint/2010/main" val="3913606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D45C272A-CC93-C5BE-9BBF-373524578EAE}"/>
              </a:ext>
            </a:extLst>
          </p:cNvPr>
          <p:cNvSpPr>
            <a:spLocks noGrp="1"/>
          </p:cNvSpPr>
          <p:nvPr>
            <p:ph type="title"/>
          </p:nvPr>
        </p:nvSpPr>
        <p:spPr/>
        <p:txBody>
          <a:bodyPr/>
          <a:lstStyle/>
          <a:p>
            <a:r>
              <a:rPr lang="en-US" dirty="0"/>
              <a:t>Leadership Qualities</a:t>
            </a:r>
            <a:endParaRPr lang="uk-UA" dirty="0"/>
          </a:p>
        </p:txBody>
      </p:sp>
      <p:sp>
        <p:nvSpPr>
          <p:cNvPr id="6" name="First Content Placeholder">
            <a:extLst>
              <a:ext uri="{FF2B5EF4-FFF2-40B4-BE49-F238E27FC236}">
                <a16:creationId xmlns:a16="http://schemas.microsoft.com/office/drawing/2014/main" id="{DBAE00DE-7A2D-B526-BA1C-0C8EC70FF09A}"/>
              </a:ext>
            </a:extLst>
          </p:cNvPr>
          <p:cNvSpPr>
            <a:spLocks noGrp="1"/>
          </p:cNvSpPr>
          <p:nvPr>
            <p:ph sz="half" idx="1"/>
          </p:nvPr>
        </p:nvSpPr>
        <p:spPr/>
        <p:txBody>
          <a:bodyPr/>
          <a:lstStyle/>
          <a:p>
            <a:pPr marL="0" indent="0">
              <a:buNone/>
            </a:pPr>
            <a:r>
              <a:rPr lang="en-US" dirty="0"/>
              <a:t>Hitler demonstrated strong oratory skills, strategic vision, and the ability to mobilize a nation. He used propaganda effectively to influence public opinion.</a:t>
            </a:r>
            <a:endParaRPr lang="uk-UA" dirty="0"/>
          </a:p>
        </p:txBody>
      </p:sp>
      <p:sp>
        <p:nvSpPr>
          <p:cNvPr id="7" name="Second Content Placeholder">
            <a:extLst>
              <a:ext uri="{FF2B5EF4-FFF2-40B4-BE49-F238E27FC236}">
                <a16:creationId xmlns:a16="http://schemas.microsoft.com/office/drawing/2014/main" id="{80F35437-74AE-4917-79EE-95AAD390B063}"/>
              </a:ext>
            </a:extLst>
          </p:cNvPr>
          <p:cNvSpPr>
            <a:spLocks noGrp="1"/>
          </p:cNvSpPr>
          <p:nvPr>
            <p:ph sz="half" idx="2"/>
          </p:nvPr>
        </p:nvSpPr>
        <p:spPr/>
        <p:txBody>
          <a:bodyPr/>
          <a:lstStyle/>
          <a:p>
            <a:pPr marL="0" indent="0">
              <a:buNone/>
            </a:pPr>
            <a:r>
              <a:rPr lang="en-US" dirty="0"/>
              <a:t>However, his leadership also involved manipulation, suppression of dissent, and policies leading to catastrophic outcomes.</a:t>
            </a:r>
            <a:endParaRPr lang="uk-UA" dirty="0"/>
          </a:p>
        </p:txBody>
      </p:sp>
    </p:spTree>
    <p:extLst>
      <p:ext uri="{BB962C8B-B14F-4D97-AF65-F5344CB8AC3E}">
        <p14:creationId xmlns:p14="http://schemas.microsoft.com/office/powerpoint/2010/main" val="306997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3F0466-E58A-33FB-86FB-B27EFDED58A8}"/>
              </a:ext>
            </a:extLst>
          </p:cNvPr>
          <p:cNvSpPr>
            <a:spLocks noGrp="1"/>
          </p:cNvSpPr>
          <p:nvPr>
            <p:ph type="title"/>
          </p:nvPr>
        </p:nvSpPr>
        <p:spPr/>
        <p:txBody>
          <a:bodyPr/>
          <a:lstStyle/>
          <a:p>
            <a:r>
              <a:rPr lang="en-US" dirty="0"/>
              <a:t>Positive and Negative Impacts</a:t>
            </a:r>
            <a:endParaRPr lang="uk-UA" dirty="0"/>
          </a:p>
        </p:txBody>
      </p:sp>
      <p:sp>
        <p:nvSpPr>
          <p:cNvPr id="6" name="First Text Placeholder">
            <a:extLst>
              <a:ext uri="{FF2B5EF4-FFF2-40B4-BE49-F238E27FC236}">
                <a16:creationId xmlns:a16="http://schemas.microsoft.com/office/drawing/2014/main" id="{8D67F4F1-53FF-7554-922A-9060CD0737D4}"/>
              </a:ext>
            </a:extLst>
          </p:cNvPr>
          <p:cNvSpPr>
            <a:spLocks noGrp="1"/>
          </p:cNvSpPr>
          <p:nvPr>
            <p:ph type="body" idx="1"/>
          </p:nvPr>
        </p:nvSpPr>
        <p:spPr/>
        <p:txBody>
          <a:bodyPr>
            <a:normAutofit/>
          </a:bodyPr>
          <a:lstStyle/>
          <a:p>
            <a:r>
              <a:rPr lang="en-US" dirty="0"/>
              <a:t>Positive Impacts</a:t>
            </a:r>
            <a:endParaRPr lang="uk-UA" dirty="0"/>
          </a:p>
        </p:txBody>
      </p:sp>
      <p:sp>
        <p:nvSpPr>
          <p:cNvPr id="7" name="First Content Placeholder">
            <a:extLst>
              <a:ext uri="{FF2B5EF4-FFF2-40B4-BE49-F238E27FC236}">
                <a16:creationId xmlns:a16="http://schemas.microsoft.com/office/drawing/2014/main" id="{0EFCD536-BD8D-1FF9-8D51-E6B5DDF43E33}"/>
              </a:ext>
            </a:extLst>
          </p:cNvPr>
          <p:cNvSpPr>
            <a:spLocks noGrp="1"/>
          </p:cNvSpPr>
          <p:nvPr>
            <p:ph sz="half" idx="2"/>
          </p:nvPr>
        </p:nvSpPr>
        <p:spPr/>
        <p:txBody>
          <a:bodyPr/>
          <a:lstStyle/>
          <a:p>
            <a:pPr marL="0" indent="0">
              <a:buNone/>
            </a:pPr>
            <a:r>
              <a:rPr lang="en-US" dirty="0"/>
              <a:t>Economic improvements in Germany during early 1930s, infrastructure projects, and technological advancements.</a:t>
            </a:r>
            <a:endParaRPr lang="uk-UA" dirty="0"/>
          </a:p>
        </p:txBody>
      </p:sp>
      <p:sp>
        <p:nvSpPr>
          <p:cNvPr id="8" name="Second Text Placeholder">
            <a:extLst>
              <a:ext uri="{FF2B5EF4-FFF2-40B4-BE49-F238E27FC236}">
                <a16:creationId xmlns:a16="http://schemas.microsoft.com/office/drawing/2014/main" id="{99A6F8AB-7533-3D96-EB83-FDD930BF3EAA}"/>
              </a:ext>
            </a:extLst>
          </p:cNvPr>
          <p:cNvSpPr>
            <a:spLocks noGrp="1"/>
          </p:cNvSpPr>
          <p:nvPr>
            <p:ph type="body" sz="quarter" idx="3"/>
          </p:nvPr>
        </p:nvSpPr>
        <p:spPr/>
        <p:txBody>
          <a:bodyPr>
            <a:normAutofit/>
          </a:bodyPr>
          <a:lstStyle/>
          <a:p>
            <a:r>
              <a:rPr lang="en-US" dirty="0"/>
              <a:t>Negative Impacts</a:t>
            </a:r>
            <a:endParaRPr lang="uk-UA" dirty="0"/>
          </a:p>
        </p:txBody>
      </p:sp>
      <p:sp>
        <p:nvSpPr>
          <p:cNvPr id="9" name="Second Content Placeholder">
            <a:extLst>
              <a:ext uri="{FF2B5EF4-FFF2-40B4-BE49-F238E27FC236}">
                <a16:creationId xmlns:a16="http://schemas.microsoft.com/office/drawing/2014/main" id="{8E601447-197C-1D1C-FF55-3E9C18689FDD}"/>
              </a:ext>
            </a:extLst>
          </p:cNvPr>
          <p:cNvSpPr>
            <a:spLocks noGrp="1"/>
          </p:cNvSpPr>
          <p:nvPr>
            <p:ph sz="quarter" idx="4"/>
          </p:nvPr>
        </p:nvSpPr>
        <p:spPr/>
        <p:txBody>
          <a:bodyPr/>
          <a:lstStyle/>
          <a:p>
            <a:pPr marL="0" indent="0">
              <a:buNone/>
            </a:pPr>
            <a:r>
              <a:rPr lang="en-US" dirty="0"/>
              <a:t>Initiation of World War II, Holocaust, massive human suffering, and destruction.</a:t>
            </a:r>
            <a:endParaRPr lang="uk-UA" dirty="0"/>
          </a:p>
        </p:txBody>
      </p:sp>
    </p:spTree>
    <p:extLst>
      <p:ext uri="{BB962C8B-B14F-4D97-AF65-F5344CB8AC3E}">
        <p14:creationId xmlns:p14="http://schemas.microsoft.com/office/powerpoint/2010/main" val="2911659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8FBC909-4CA6-47E0-BCD7-79FA0AC1368F}"/>
              </a:ext>
            </a:extLst>
          </p:cNvPr>
          <p:cNvSpPr>
            <a:spLocks noGrp="1"/>
          </p:cNvSpPr>
          <p:nvPr>
            <p:ph type="title"/>
          </p:nvPr>
        </p:nvSpPr>
        <p:spPr/>
        <p:txBody>
          <a:bodyPr/>
          <a:lstStyle/>
          <a:p>
            <a:r>
              <a:rPr lang="en-US" dirty="0"/>
              <a:t>Conclusion</a:t>
            </a:r>
            <a:endParaRPr lang="uk-UA" dirty="0"/>
          </a:p>
        </p:txBody>
      </p:sp>
      <p:sp>
        <p:nvSpPr>
          <p:cNvPr id="5" name="Content Placeholder">
            <a:extLst>
              <a:ext uri="{FF2B5EF4-FFF2-40B4-BE49-F238E27FC236}">
                <a16:creationId xmlns:a16="http://schemas.microsoft.com/office/drawing/2014/main" id="{ACA2215C-70A2-35CC-FB7C-DE34C6DC2A01}"/>
              </a:ext>
            </a:extLst>
          </p:cNvPr>
          <p:cNvSpPr>
            <a:spLocks noGrp="1"/>
          </p:cNvSpPr>
          <p:nvPr>
            <p:ph idx="1"/>
          </p:nvPr>
        </p:nvSpPr>
        <p:spPr/>
        <p:txBody>
          <a:bodyPr/>
          <a:lstStyle/>
          <a:p>
            <a:pPr marL="0" indent="0">
              <a:buNone/>
            </a:pPr>
            <a:r>
              <a:rPr lang="en-US" dirty="0"/>
              <a:t>While some may argue about certain leadership attributes demonstrated by Hitler, his legacy is overwhelmingly marked by tragedy and moral condemnation. Leadership is complex and must be evaluated in a broad historical and ethical context.</a:t>
            </a:r>
            <a:endParaRPr lang="uk-UA" dirty="0"/>
          </a:p>
        </p:txBody>
      </p:sp>
      <p:sp>
        <p:nvSpPr>
          <p:cNvPr id="6" name="Text Placeholder">
            <a:extLst>
              <a:ext uri="{FF2B5EF4-FFF2-40B4-BE49-F238E27FC236}">
                <a16:creationId xmlns:a16="http://schemas.microsoft.com/office/drawing/2014/main" id="{B5DB7E5D-50F9-93F6-59BB-40577D00C5C3}"/>
              </a:ext>
            </a:extLst>
          </p:cNvPr>
          <p:cNvSpPr>
            <a:spLocks noGrp="1"/>
          </p:cNvSpPr>
          <p:nvPr>
            <p:ph type="body" sz="half" idx="2"/>
          </p:nvPr>
        </p:nvSpPr>
        <p:spPr/>
        <p:txBody>
          <a:bodyPr/>
          <a:lstStyle/>
          <a:p>
            <a:r>
              <a:rPr lang="en-US" dirty="0"/>
              <a:t>Leadership requires responsibility and ethical integrity.</a:t>
            </a:r>
            <a:endParaRPr lang="uk-UA" dirty="0"/>
          </a:p>
        </p:txBody>
      </p:sp>
    </p:spTree>
    <p:extLst>
      <p:ext uri="{BB962C8B-B14F-4D97-AF65-F5344CB8AC3E}">
        <p14:creationId xmlns:p14="http://schemas.microsoft.com/office/powerpoint/2010/main" val="3993789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se" id="{C0E7AF71-324F-4C9F-B640-2B7558F05CAB}" vid="{8C557392-FD2E-49FD-8A0C-3176FDCD06A6}"/>
    </a:ext>
  </a:extLst>
</a:theme>
</file>

<file path=docProps/app.xml><?xml version="1.0" encoding="utf-8"?>
<Properties xmlns="http://schemas.openxmlformats.org/officeDocument/2006/extended-properties" xmlns:vt="http://schemas.openxmlformats.org/officeDocument/2006/docPropsVTypes">
  <TotalTime>55</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Volodimir Matviiv</dc:creator>
  <cp:lastModifiedBy>Volodimir Matviiv</cp:lastModifiedBy>
  <cp:revision>6</cp:revision>
  <dcterms:created xsi:type="dcterms:W3CDTF">2026-04-13T14:06:12Z</dcterms:created>
  <dcterms:modified xsi:type="dcterms:W3CDTF">2026-04-18T18:16:04Z</dcterms:modified>
</cp:coreProperties>
</file>