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Default Extension="jpg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7455190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Біки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Основні відомості про біків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Зовнішній вигляд біків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Біки – це великі тварини з міцною будовою тіла, потужними рогами і сильною мускулатурою.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Поведінка і харчування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Біки живляться здебільшого травою і рослинністю. Вони відомі своєю агресивністю під час захисту території та в період шлюбного сезону.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Роль у сільському господарстві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У сільському господарстві біки використовуються для розведення худоби та для роботи на фермах.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Біки допомагають у підвищенні продуктивності поголів'я.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Відмінності між биком і коровою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 - це самець великої рогатої худоби, який має більшу мускулатуру, міцніші роги і більш агресивний характер.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Корова - самка великої рогатої худоби, яка використовується для виробництва молока та розмноження.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