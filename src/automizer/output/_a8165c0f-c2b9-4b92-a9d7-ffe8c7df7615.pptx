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14089489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Біки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Цікаві факти про бики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Опис биків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Бики - це самці великої рогатої худоби, відомі своєю силою та агресивністю. Вони мають міцне тіло, роги та коротке волосся.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Зовнішній вигляд бика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Бики мають потужну будову тіла і великі роги, що допомагають їм захищати своє стадо.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Роль биків у сільському господарстві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Бики часто використовуються для розмноження і підтримки поголів'я худоби.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Також їх інколи використовують у сільському господарстві для важких фізичних робіт.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Цікаві факти про биків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Бики можуть бути дуже агресивними, особливо під час шлюбного періоду. В різних культурах бики символізують силу та міць.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Бики мають важливе місце в культурі багатьох народів.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