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s/slide2.xml" ContentType="application/vnd.openxmlformats-officedocument.presentationml.slide+xml"/>
  <Default Extension="jp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r:id="rId20-created" id="2147483660"/>
  </p:sldMasterIdLst>
  <p:sldIdLst>
    <p:sldId r:id="rId8-created" id="256"/>
    <p:sldId r:id="rId21-created" id="257"/>
    <p:sldId r:id="rId22-created" id="258"/>
    <p:sldId r:id="rId23-created" id="259"/>
    <p:sldId r:id="rId24-created" id="260"/>
  </p:sld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-created" Type="http://schemas.openxmlformats.org/officeDocument/2006/relationships/slide" Target="slides/slide1.xml"/><Relationship Id="rId9-created" Type="http://schemas.openxmlformats.org/officeDocument/2006/relationships/slideLayout" Target="slideLayouts/slideLayout12.xml"/><Relationship Id="rId10-created" Type="http://schemas.openxmlformats.org/officeDocument/2006/relationships/slideLayout" Target="slideLayouts/slideLayout13.xml"/><Relationship Id="rId11-created" Type="http://schemas.openxmlformats.org/officeDocument/2006/relationships/slideLayout" Target="slideLayouts/slideLayout14.xml"/><Relationship Id="rId12-created" Type="http://schemas.openxmlformats.org/officeDocument/2006/relationships/slideLayout" Target="slideLayouts/slideLayout15.xml"/><Relationship Id="rId13-created" Type="http://schemas.openxmlformats.org/officeDocument/2006/relationships/slideLayout" Target="slideLayouts/slideLayout16.xml"/><Relationship Id="rId14-created" Type="http://schemas.openxmlformats.org/officeDocument/2006/relationships/slideLayout" Target="slideLayouts/slideLayout17.xml"/><Relationship Id="rId15-created" Type="http://schemas.openxmlformats.org/officeDocument/2006/relationships/slideLayout" Target="slideLayouts/slideLayout18.xml"/><Relationship Id="rId16-created" Type="http://schemas.openxmlformats.org/officeDocument/2006/relationships/slideLayout" Target="slideLayouts/slideLayout19.xml"/><Relationship Id="rId17-created" Type="http://schemas.openxmlformats.org/officeDocument/2006/relationships/slideLayout" Target="slideLayouts/slideLayout20.xml"/><Relationship Id="rId18-created" Type="http://schemas.openxmlformats.org/officeDocument/2006/relationships/slideLayout" Target="slideLayouts/slideLayout21.xml"/><Relationship Id="rId19-created" Type="http://schemas.openxmlformats.org/officeDocument/2006/relationships/slideLayout" Target="slideLayouts/slideLayout22.xml"/><Relationship Id="rId20-created" Type="http://schemas.openxmlformats.org/officeDocument/2006/relationships/slideMaster" Target="slideMasters/slideMaster2.xml"/><Relationship Id="rId21-created" Type="http://schemas.openxmlformats.org/officeDocument/2006/relationships/slide" Target="slides/slide2.xml"/><Relationship Id="rId22-created" Type="http://schemas.openxmlformats.org/officeDocument/2006/relationships/slide" Target="slides/slide3.xml"/><Relationship Id="rId23-created" Type="http://schemas.openxmlformats.org/officeDocument/2006/relationships/slide" Target="slides/slide4.xml"/><Relationship Id="rId24-created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Relationship Id="rId4-created" Type="http://schemas.openxmlformats.org/officeDocument/2006/relationships/image" Target="../media/media1.jpg"/><Relationship Id="rId5-created" Type="http://schemas.openxmlformats.org/officeDocument/2006/relationships/image" Target="../media/pexels-photo-5882653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 Studio Code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Powerful Code Editor for Developers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VS Code?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Visual Studio Code (VS Code) is a free source-code editor developed by Microsoft. It includes support for debugging, embedded Git control, syntax highlighting, intelligent code completion, snippets, and code refactoring.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 Code User Interface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VS Code's intuitive interface offers a sidebar for file navigation, a main editor window, and a terminal to run commands directly within the editor.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-created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613F0466-E58A-33FB-86FB-B27EFDED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 Code vs Other Editors</a:t>
            </a:r>
            <a:endParaRPr lang="uk-UA" dirty="0"/>
          </a:p>
        </p:txBody>
      </p:sp>
      <p:sp>
        <p:nvSpPr>
          <p:cNvPr id="6" name="First Text Placeholder">
            <a:extLst>
              <a:ext uri="{FF2B5EF4-FFF2-40B4-BE49-F238E27FC236}">
                <a16:creationId xmlns:a16="http://schemas.microsoft.com/office/drawing/2014/main" id="{8D67F4F1-53FF-7554-922A-9060CD073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VS Code</a:t>
            </a:r>
            <a:endParaRPr lang="uk-UA" dirty="0"/>
          </a:p>
        </p:txBody>
      </p:sp>
      <p:sp>
        <p:nvSpPr>
          <p:cNvPr id="7" name="First Content Placeholder">
            <a:extLst>
              <a:ext uri="{FF2B5EF4-FFF2-40B4-BE49-F238E27FC236}">
                <a16:creationId xmlns:a16="http://schemas.microsoft.com/office/drawing/2014/main" id="{0EFCD536-BD8D-1FF9-8D51-E6B5DDF43E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Open-source, extensible through rich plugin ecosystem, integrated Git, and debugging features.</a:t>
            </a:r>
            <a:endParaRPr lang="uk-UA" dirty="0"/>
          </a:p>
        </p:txBody>
      </p:sp>
      <p:sp>
        <p:nvSpPr>
          <p:cNvPr id="8" name="Second Text Placeholder">
            <a:extLst>
              <a:ext uri="{FF2B5EF4-FFF2-40B4-BE49-F238E27FC236}">
                <a16:creationId xmlns:a16="http://schemas.microsoft.com/office/drawing/2014/main" id="{99A6F8AB-7533-3D96-EB83-FDD930BF3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Editors</a:t>
            </a:r>
            <a:endParaRPr lang="uk-UA" dirty="0"/>
          </a:p>
        </p:txBody>
      </p:sp>
      <p:sp>
        <p:nvSpPr>
          <p:cNvPr id="9" name="Second Content Placeholder">
            <a:extLst>
              <a:ext uri="{FF2B5EF4-FFF2-40B4-BE49-F238E27FC236}">
                <a16:creationId xmlns:a16="http://schemas.microsoft.com/office/drawing/2014/main" id="{8E601447-197C-1D1C-FF55-3E9C18689F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Many editors lack deep integration, plugin ecosystems may be limited or paid, and debugging often requires external tools.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1165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FBC909-4CA6-47E0-BCD7-79FA0AC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VS Code?</a:t>
            </a:r>
            <a:endParaRPr lang="uk-UA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ACA2215C-70A2-35CC-FB7C-DE34C6DC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VS Code is lightweight, highly customizable, supports multiple languages, and has a vibrant community contributing to extensions, making it ideal for both beginners and professionals.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5DB7E5D-50F9-93F6-59BB-40577D00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VS Code continuously receives updates improving performance and functionality.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9378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